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Lst>
  <p:sldSz cx="12191999"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0:00–0:25 · 25 seconds</a:t>
            </a:r>
          </a:p>
          <a:p/>
          <a:p>
            <a:r>
              <a:t>SAY</a:t>
            </a:r>
          </a:p>
          <a:p>
            <a:r>
              <a:t>EchoSphere explores a simple idea: your voice should do more than choose the next line of a story. It should shape the world around you. We combine continuous audio feedback with a narrative guide, using an Evolus agent connected to Gemma on AMD Developer Cloud.</a:t>
            </a:r>
          </a:p>
          <a:p/>
          <a:p>
            <a:r>
              <a:t>PRESENTER CUE (not spoken)</a:t>
            </a:r>
          </a:p>
          <a:p>
            <a:r>
              <a:t>Open on the title. Emphasize the three technology names; no live app switch is needed.</a:t>
            </a:r>
          </a:p>
          <a:p/>
          <a:p>
            <a:r>
              <a:t>Target total: 4:10. Hard limit: 4:30.</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0:25–0:55 · 30 seconds</a:t>
            </a:r>
          </a:p>
          <a:p/>
          <a:p>
            <a:r>
              <a:t>SAY</a:t>
            </a:r>
          </a:p>
          <a:p>
            <a:r>
              <a:t>We are building for immersive studios, museums, and creators of interactive audio. They create the worlds; visitors and listeners explore them. The aim is to make one story world respond differently to each participant, while offering voice, text, and keyboard controls. Our proposed business model is a creator or venue subscription. That is a customer hypothesis we still need to validate.</a:t>
            </a:r>
          </a:p>
          <a:p/>
          <a:p>
            <a:r>
              <a:t>PRESENTER CUE (not spoken)</a:t>
            </a:r>
          </a:p>
          <a:p>
            <a:r>
              <a:t>Point from the two creator/customer cards to the participant card.</a:t>
            </a:r>
          </a:p>
          <a:p/>
          <a:p>
            <a:r>
              <a:t>Target total: 4:10. Hard limit: 4:30.</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0:55–1:30 · 35 seconds</a:t>
            </a:r>
          </a:p>
          <a:p/>
          <a:p>
            <a:r>
              <a:t>SAY</a:t>
            </a:r>
          </a:p>
          <a:p>
            <a:r>
              <a:t>A transcript captures what we say, but loses much of how we say it. The same words can arrive softly, loudly, or with long pauses. A story driven only by text has no direct signal for those differences. And if every reaction waits for a completed turn, the world can feel unresponsive while we speak. EchoSphere separates immediate acoustic feedback from slower narrative reasoning.</a:t>
            </a:r>
          </a:p>
          <a:p/>
          <a:p>
            <a:r>
              <a:t>PRESENTER CUE (not spoken)</a:t>
            </a:r>
          </a:p>
          <a:p>
            <a:r>
              <a:t>Use the two waveforms to illustrate delivery only. Do not assign emotions to either waveform.</a:t>
            </a:r>
          </a:p>
          <a:p/>
          <a:p>
            <a:r>
              <a:t>Target total: 4:10. Hard limit: 4:30.</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1:30–2:15 · 45 seconds</a:t>
            </a:r>
          </a:p>
          <a:p/>
          <a:p>
            <a:r>
              <a:t>SAY</a:t>
            </a:r>
          </a:p>
          <a:p>
            <a:r>
              <a:t>The experience opens in a starfield around a draggable, sixteen-orbit atom. While you speak, local audio frames change the visuals and ambience. A slower, parallel path recognizes your words and sends them, with acoustic context, to the narrative agent. The guide leads the story, and you can interrupt it. Browser-generated speech passes through spatial positioning, distance filtering, and room effects. Story cues choose the placement, while vocal delivery modulates it. Words move the plot; the way you speak shapes the atmosphere.</a:t>
            </a:r>
          </a:p>
          <a:p/>
          <a:p>
            <a:r>
              <a:t>PRESENTER CUE (not spoken)</a:t>
            </a:r>
          </a:p>
          <a:p>
            <a:r>
              <a:t>The screenshot is the real app interface. Describe the implemented paths; do not imply that a live speech-model acceptance test has passed.</a:t>
            </a:r>
          </a:p>
          <a:p/>
          <a:p>
            <a:r>
              <a:t>Target total: 4:10. Hard limit: 4:30.</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2:15–3:10 · 55 seconds</a:t>
            </a:r>
          </a:p>
          <a:p/>
          <a:p>
            <a:r>
              <a:t>SAY</a:t>
            </a:r>
          </a:p>
          <a:p>
            <a:r>
              <a:t>Each technology has a distinct role. AMD Developer Cloud hosts the meaningful compute workload: narrative inference. The configured Gemma open model generates the story language using participant input and recent context. Evolus provides the agent and API connection around that model. Our Node backend keeps the credential on the server and forwards streamed responses. In the browser, Whisper handles recognition, Kokoro generates speech, and Web Audio positions that speech in space. The detector, interface, and placement rules are our authored work; narrative prose is model generated. Render hosts the web app, while the narrative model remains on AMD.</a:t>
            </a:r>
          </a:p>
          <a:p/>
          <a:p>
            <a:r>
              <a:t>PRESENTER CUE (not spoken)</a:t>
            </a:r>
          </a:p>
          <a:p>
            <a:r>
              <a:t>Show the actual AMD deployment/model evidence separately with secrets hidden if available. Do not name a GPU SKU, ROCm version, or serving stack that has not been verified.</a:t>
            </a:r>
          </a:p>
          <a:p/>
          <a:p>
            <a:r>
              <a:t>Target total: 4:10. Hard limit: 4:30.</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3:10–4:10 · 60 seconds</a:t>
            </a:r>
          </a:p>
          <a:p/>
          <a:p>
            <a:r>
              <a:t>SAY</a:t>
            </a:r>
          </a:p>
          <a:p>
            <a:r>
              <a:t>We have tested two written inputs against the real Evolus agent. A quiet request produced a guide right beside the listener; a distant encounter produced a reply from the far right. The local director mapped those replies to different spatial presets. These are real text responses, not proof of microphone recognition. Fifty-four automated tests pass, including audio and backend checks. Our remaining acceptance steps are successful real Whisper and Kokoro inference, followed by the public HTTPS voice demo. Costs come from AMD compute, hosting, and any billable Evolus services; cost per session is not yet measured. EchoSphere's goal is simple: turn listening into participation.</a:t>
            </a:r>
          </a:p>
          <a:p/>
          <a:p>
            <a:r>
              <a:t>PRESENTER CUE (not spoken)</a:t>
            </a:r>
          </a:p>
          <a:p>
            <a:r>
              <a:t>These examples are from the documented live typed comparison. Keep the verification line visible. Finish by 4:10; the remaining 20 seconds are a buffer, not another demo segment.</a:t>
            </a:r>
          </a:p>
          <a:p/>
          <a:p>
            <a:r>
              <a:t>Target total: 4:10. Hard limit: 4:30.</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 Id="rId3" Type="http://schemas.openxmlformats.org/officeDocument/2006/relationships/image" Target="../media/image1.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 Id="rId3" Type="http://schemas.openxmlformats.org/officeDocument/2006/relationships/hyperlink" Target="https://github.com/sg01-stack/project-zero" TargetMode="Externa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90D1B"/>
        </a:solidFill>
        <a:effectLst/>
      </p:bgPr>
    </p:bg>
    <p:spTree>
      <p:nvGrpSpPr>
        <p:cNvPr id="1" name=""/>
        <p:cNvGrpSpPr/>
        <p:nvPr/>
      </p:nvGrpSpPr>
      <p:grpSpPr/>
      <p:sp>
        <p:nvSpPr>
          <p:cNvPr id="2" name="Oval 1"/>
          <p:cNvSpPr/>
          <p:nvPr/>
        </p:nvSpPr>
        <p:spPr>
          <a:xfrm>
            <a:off x="3979279" y="4156139"/>
            <a:ext cx="12801" cy="12801"/>
          </a:xfrm>
          <a:prstGeom prst="ellipse">
            <a:avLst/>
          </a:prstGeom>
          <a:solidFill>
            <a:srgbClr val="2B2B4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1970724" y="5043192"/>
            <a:ext cx="12801" cy="12801"/>
          </a:xfrm>
          <a:prstGeom prst="ellipse">
            <a:avLst/>
          </a:prstGeom>
          <a:solidFill>
            <a:srgbClr val="2B2B4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2502120" y="486131"/>
            <a:ext cx="12801" cy="12801"/>
          </a:xfrm>
          <a:prstGeom prst="ellipse">
            <a:avLst/>
          </a:prstGeom>
          <a:solidFill>
            <a:srgbClr val="36355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Oval 4"/>
          <p:cNvSpPr/>
          <p:nvPr/>
        </p:nvSpPr>
        <p:spPr>
          <a:xfrm>
            <a:off x="9787734" y="3548605"/>
            <a:ext cx="16459" cy="16459"/>
          </a:xfrm>
          <a:prstGeom prst="ellipse">
            <a:avLst/>
          </a:prstGeom>
          <a:solidFill>
            <a:srgbClr val="423F6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4281418" y="1211834"/>
            <a:ext cx="16459" cy="16459"/>
          </a:xfrm>
          <a:prstGeom prst="ellipse">
            <a:avLst/>
          </a:prstGeom>
          <a:solidFill>
            <a:srgbClr val="3B39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4748745" y="3917201"/>
            <a:ext cx="12801" cy="12801"/>
          </a:xfrm>
          <a:prstGeom prst="ellipse">
            <a:avLst/>
          </a:prstGeom>
          <a:solidFill>
            <a:srgbClr val="2D2D4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10017590" y="3025772"/>
            <a:ext cx="12801" cy="12801"/>
          </a:xfrm>
          <a:prstGeom prst="ellipse">
            <a:avLst/>
          </a:prstGeom>
          <a:solidFill>
            <a:srgbClr val="4C487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8023455" y="1752038"/>
            <a:ext cx="12801" cy="12801"/>
          </a:xfrm>
          <a:prstGeom prst="ellipse">
            <a:avLst/>
          </a:prstGeom>
          <a:solidFill>
            <a:srgbClr val="2626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9731401" y="5795739"/>
            <a:ext cx="16459" cy="16459"/>
          </a:xfrm>
          <a:prstGeom prst="ellipse">
            <a:avLst/>
          </a:prstGeom>
          <a:solidFill>
            <a:srgbClr val="2C2C4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336135" y="2408198"/>
            <a:ext cx="16459" cy="16459"/>
          </a:xfrm>
          <a:prstGeom prst="ellipse">
            <a:avLst/>
          </a:prstGeom>
          <a:solidFill>
            <a:srgbClr val="20213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1290564" y="768313"/>
            <a:ext cx="12801" cy="12801"/>
          </a:xfrm>
          <a:prstGeom prst="ellipse">
            <a:avLst/>
          </a:prstGeom>
          <a:solidFill>
            <a:srgbClr val="3231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6000079" y="3801138"/>
            <a:ext cx="16459" cy="16459"/>
          </a:xfrm>
          <a:prstGeom prst="ellipse">
            <a:avLst/>
          </a:prstGeom>
          <a:solidFill>
            <a:srgbClr val="2C2C4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1258722" y="2098963"/>
            <a:ext cx="12801" cy="12801"/>
          </a:xfrm>
          <a:prstGeom prst="ellipse">
            <a:avLst/>
          </a:prstGeom>
          <a:solidFill>
            <a:srgbClr val="2627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5375392" y="3674446"/>
            <a:ext cx="16459" cy="16459"/>
          </a:xfrm>
          <a:prstGeom prst="ellipse">
            <a:avLst/>
          </a:prstGeom>
          <a:solidFill>
            <a:srgbClr val="2324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9053830" y="4177250"/>
            <a:ext cx="21945" cy="21945"/>
          </a:xfrm>
          <a:prstGeom prst="ellipse">
            <a:avLst/>
          </a:prstGeom>
          <a:solidFill>
            <a:srgbClr val="2A2B4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9002944" y="290760"/>
            <a:ext cx="12801" cy="12801"/>
          </a:xfrm>
          <a:prstGeom prst="ellipse">
            <a:avLst/>
          </a:prstGeom>
          <a:solidFill>
            <a:srgbClr val="29294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Oval 17"/>
          <p:cNvSpPr/>
          <p:nvPr/>
        </p:nvSpPr>
        <p:spPr>
          <a:xfrm>
            <a:off x="4001676" y="5583617"/>
            <a:ext cx="21945" cy="21945"/>
          </a:xfrm>
          <a:prstGeom prst="ellipse">
            <a:avLst/>
          </a:prstGeom>
          <a:solidFill>
            <a:srgbClr val="47446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1445439" y="1883415"/>
            <a:ext cx="12801" cy="12801"/>
          </a:xfrm>
          <a:prstGeom prst="ellipse">
            <a:avLst/>
          </a:prstGeom>
          <a:solidFill>
            <a:srgbClr val="4C487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Oval 19"/>
          <p:cNvSpPr/>
          <p:nvPr/>
        </p:nvSpPr>
        <p:spPr>
          <a:xfrm>
            <a:off x="6070973" y="3165478"/>
            <a:ext cx="12801" cy="12801"/>
          </a:xfrm>
          <a:prstGeom prst="ellipse">
            <a:avLst/>
          </a:prstGeom>
          <a:solidFill>
            <a:srgbClr val="49456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1216717" y="6582591"/>
            <a:ext cx="16459" cy="16459"/>
          </a:xfrm>
          <a:prstGeom prst="ellipse">
            <a:avLst/>
          </a:prstGeom>
          <a:solidFill>
            <a:srgbClr val="2B2B4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Oval 21"/>
          <p:cNvSpPr/>
          <p:nvPr/>
        </p:nvSpPr>
        <p:spPr>
          <a:xfrm>
            <a:off x="5683522" y="5746276"/>
            <a:ext cx="16459" cy="16459"/>
          </a:xfrm>
          <a:prstGeom prst="ellipse">
            <a:avLst/>
          </a:prstGeom>
          <a:solidFill>
            <a:srgbClr val="302F4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Oval 22"/>
          <p:cNvSpPr/>
          <p:nvPr/>
        </p:nvSpPr>
        <p:spPr>
          <a:xfrm>
            <a:off x="8682133" y="4173148"/>
            <a:ext cx="21945" cy="21945"/>
          </a:xfrm>
          <a:prstGeom prst="ellipse">
            <a:avLst/>
          </a:prstGeom>
          <a:solidFill>
            <a:srgbClr val="47446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5982505" y="6391488"/>
            <a:ext cx="16459" cy="16459"/>
          </a:xfrm>
          <a:prstGeom prst="ellipse">
            <a:avLst/>
          </a:prstGeom>
          <a:solidFill>
            <a:srgbClr val="29294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Oval 24"/>
          <p:cNvSpPr/>
          <p:nvPr/>
        </p:nvSpPr>
        <p:spPr>
          <a:xfrm>
            <a:off x="3727607" y="3811537"/>
            <a:ext cx="21945" cy="21945"/>
          </a:xfrm>
          <a:prstGeom prst="ellipse">
            <a:avLst/>
          </a:prstGeom>
          <a:solidFill>
            <a:srgbClr val="4B476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Oval 25"/>
          <p:cNvSpPr/>
          <p:nvPr/>
        </p:nvSpPr>
        <p:spPr>
          <a:xfrm>
            <a:off x="8266708" y="454904"/>
            <a:ext cx="16459" cy="16459"/>
          </a:xfrm>
          <a:prstGeom prst="ellipse">
            <a:avLst/>
          </a:prstGeom>
          <a:solidFill>
            <a:srgbClr val="2123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3075900" y="4007877"/>
            <a:ext cx="21945" cy="21945"/>
          </a:xfrm>
          <a:prstGeom prst="ellipse">
            <a:avLst/>
          </a:prstGeom>
          <a:solidFill>
            <a:srgbClr val="2626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Oval 27"/>
          <p:cNvSpPr/>
          <p:nvPr/>
        </p:nvSpPr>
        <p:spPr>
          <a:xfrm>
            <a:off x="5440791" y="3857296"/>
            <a:ext cx="16459" cy="16459"/>
          </a:xfrm>
          <a:prstGeom prst="ellipse">
            <a:avLst/>
          </a:prstGeom>
          <a:solidFill>
            <a:srgbClr val="3A38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715417" y="2599936"/>
            <a:ext cx="21945" cy="21945"/>
          </a:xfrm>
          <a:prstGeom prst="ellipse">
            <a:avLst/>
          </a:prstGeom>
          <a:solidFill>
            <a:srgbClr val="37365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Oval 29"/>
          <p:cNvSpPr/>
          <p:nvPr/>
        </p:nvSpPr>
        <p:spPr>
          <a:xfrm>
            <a:off x="7625559" y="2122016"/>
            <a:ext cx="21945" cy="21945"/>
          </a:xfrm>
          <a:prstGeom prst="ellipse">
            <a:avLst/>
          </a:prstGeom>
          <a:solidFill>
            <a:srgbClr val="38375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Oval 30"/>
          <p:cNvSpPr/>
          <p:nvPr/>
        </p:nvSpPr>
        <p:spPr>
          <a:xfrm>
            <a:off x="9241511" y="4793435"/>
            <a:ext cx="21945" cy="21945"/>
          </a:xfrm>
          <a:prstGeom prst="ellipse">
            <a:avLst/>
          </a:prstGeom>
          <a:solidFill>
            <a:srgbClr val="20213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Oval 31"/>
          <p:cNvSpPr/>
          <p:nvPr/>
        </p:nvSpPr>
        <p:spPr>
          <a:xfrm>
            <a:off x="3320911" y="2210081"/>
            <a:ext cx="21945" cy="21945"/>
          </a:xfrm>
          <a:prstGeom prst="ellipse">
            <a:avLst/>
          </a:prstGeom>
          <a:solidFill>
            <a:srgbClr val="47446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Oval 32"/>
          <p:cNvSpPr/>
          <p:nvPr/>
        </p:nvSpPr>
        <p:spPr>
          <a:xfrm>
            <a:off x="4450754" y="3860803"/>
            <a:ext cx="21945" cy="21945"/>
          </a:xfrm>
          <a:prstGeom prst="ellipse">
            <a:avLst/>
          </a:prstGeom>
          <a:solidFill>
            <a:srgbClr val="33325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5712211" y="4961779"/>
            <a:ext cx="16459" cy="16459"/>
          </a:xfrm>
          <a:prstGeom prst="ellipse">
            <a:avLst/>
          </a:prstGeom>
          <a:solidFill>
            <a:srgbClr val="36345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Oval 34"/>
          <p:cNvSpPr/>
          <p:nvPr/>
        </p:nvSpPr>
        <p:spPr>
          <a:xfrm>
            <a:off x="5851591" y="6032543"/>
            <a:ext cx="21945" cy="21945"/>
          </a:xfrm>
          <a:prstGeom prst="ellipse">
            <a:avLst/>
          </a:prstGeom>
          <a:solidFill>
            <a:srgbClr val="39385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Oval 35"/>
          <p:cNvSpPr/>
          <p:nvPr/>
        </p:nvSpPr>
        <p:spPr>
          <a:xfrm>
            <a:off x="10863604" y="2692873"/>
            <a:ext cx="16459" cy="16459"/>
          </a:xfrm>
          <a:prstGeom prst="ellipse">
            <a:avLst/>
          </a:prstGeom>
          <a:solidFill>
            <a:srgbClr val="3D3B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Oval 36"/>
          <p:cNvSpPr/>
          <p:nvPr/>
        </p:nvSpPr>
        <p:spPr>
          <a:xfrm>
            <a:off x="5492143" y="4123743"/>
            <a:ext cx="12801" cy="12801"/>
          </a:xfrm>
          <a:prstGeom prst="ellipse">
            <a:avLst/>
          </a:prstGeom>
          <a:solidFill>
            <a:srgbClr val="2122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Oval 37"/>
          <p:cNvSpPr/>
          <p:nvPr/>
        </p:nvSpPr>
        <p:spPr>
          <a:xfrm>
            <a:off x="1047234" y="6039398"/>
            <a:ext cx="16459" cy="16459"/>
          </a:xfrm>
          <a:prstGeom prst="ellipse">
            <a:avLst/>
          </a:prstGeom>
          <a:solidFill>
            <a:srgbClr val="2A2A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Oval 38"/>
          <p:cNvSpPr/>
          <p:nvPr/>
        </p:nvSpPr>
        <p:spPr>
          <a:xfrm>
            <a:off x="7852065" y="1231697"/>
            <a:ext cx="16459" cy="16459"/>
          </a:xfrm>
          <a:prstGeom prst="ellipse">
            <a:avLst/>
          </a:prstGeom>
          <a:solidFill>
            <a:srgbClr val="413F6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Oval 39"/>
          <p:cNvSpPr/>
          <p:nvPr/>
        </p:nvSpPr>
        <p:spPr>
          <a:xfrm>
            <a:off x="4425052" y="197390"/>
            <a:ext cx="21945" cy="21945"/>
          </a:xfrm>
          <a:prstGeom prst="ellipse">
            <a:avLst/>
          </a:prstGeom>
          <a:solidFill>
            <a:srgbClr val="2526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Oval 40"/>
          <p:cNvSpPr/>
          <p:nvPr/>
        </p:nvSpPr>
        <p:spPr>
          <a:xfrm>
            <a:off x="8721064" y="1128964"/>
            <a:ext cx="21945" cy="21945"/>
          </a:xfrm>
          <a:prstGeom prst="ellipse">
            <a:avLst/>
          </a:prstGeom>
          <a:solidFill>
            <a:srgbClr val="1F20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Oval 41"/>
          <p:cNvSpPr/>
          <p:nvPr/>
        </p:nvSpPr>
        <p:spPr>
          <a:xfrm>
            <a:off x="11747123" y="3401978"/>
            <a:ext cx="12801" cy="12801"/>
          </a:xfrm>
          <a:prstGeom prst="ellipse">
            <a:avLst/>
          </a:prstGeom>
          <a:solidFill>
            <a:srgbClr val="2122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Oval 42"/>
          <p:cNvSpPr/>
          <p:nvPr/>
        </p:nvSpPr>
        <p:spPr>
          <a:xfrm>
            <a:off x="10484085" y="832345"/>
            <a:ext cx="16459" cy="16459"/>
          </a:xfrm>
          <a:prstGeom prst="ellipse">
            <a:avLst/>
          </a:prstGeom>
          <a:solidFill>
            <a:srgbClr val="47446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Oval 43"/>
          <p:cNvSpPr/>
          <p:nvPr/>
        </p:nvSpPr>
        <p:spPr>
          <a:xfrm>
            <a:off x="10422316" y="6394855"/>
            <a:ext cx="16459" cy="16459"/>
          </a:xfrm>
          <a:prstGeom prst="ellipse">
            <a:avLst/>
          </a:prstGeom>
          <a:solidFill>
            <a:srgbClr val="39375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Oval 44"/>
          <p:cNvSpPr/>
          <p:nvPr/>
        </p:nvSpPr>
        <p:spPr>
          <a:xfrm>
            <a:off x="4015937" y="5983026"/>
            <a:ext cx="12801" cy="12801"/>
          </a:xfrm>
          <a:prstGeom prst="ellipse">
            <a:avLst/>
          </a:prstGeom>
          <a:solidFill>
            <a:srgbClr val="3F3D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Oval 45"/>
          <p:cNvSpPr/>
          <p:nvPr/>
        </p:nvSpPr>
        <p:spPr>
          <a:xfrm>
            <a:off x="4435587" y="1938349"/>
            <a:ext cx="21945" cy="21945"/>
          </a:xfrm>
          <a:prstGeom prst="ellipse">
            <a:avLst/>
          </a:prstGeom>
          <a:solidFill>
            <a:srgbClr val="423F6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Oval 46"/>
          <p:cNvSpPr/>
          <p:nvPr/>
        </p:nvSpPr>
        <p:spPr>
          <a:xfrm>
            <a:off x="10472822" y="3604228"/>
            <a:ext cx="16459" cy="16459"/>
          </a:xfrm>
          <a:prstGeom prst="ellipse">
            <a:avLst/>
          </a:prstGeom>
          <a:solidFill>
            <a:srgbClr val="46426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Oval 47"/>
          <p:cNvSpPr/>
          <p:nvPr/>
        </p:nvSpPr>
        <p:spPr>
          <a:xfrm>
            <a:off x="833894" y="1980274"/>
            <a:ext cx="21945" cy="21945"/>
          </a:xfrm>
          <a:prstGeom prst="ellipse">
            <a:avLst/>
          </a:prstGeom>
          <a:solidFill>
            <a:srgbClr val="413E6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Oval 48"/>
          <p:cNvSpPr/>
          <p:nvPr/>
        </p:nvSpPr>
        <p:spPr>
          <a:xfrm>
            <a:off x="7756066" y="4606744"/>
            <a:ext cx="16459" cy="16459"/>
          </a:xfrm>
          <a:prstGeom prst="ellipse">
            <a:avLst/>
          </a:prstGeom>
          <a:solidFill>
            <a:srgbClr val="423F6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Oval 49"/>
          <p:cNvSpPr/>
          <p:nvPr/>
        </p:nvSpPr>
        <p:spPr>
          <a:xfrm>
            <a:off x="767203" y="1803715"/>
            <a:ext cx="21945" cy="21945"/>
          </a:xfrm>
          <a:prstGeom prst="ellipse">
            <a:avLst/>
          </a:prstGeom>
          <a:solidFill>
            <a:srgbClr val="2929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Oval 50"/>
          <p:cNvSpPr/>
          <p:nvPr/>
        </p:nvSpPr>
        <p:spPr>
          <a:xfrm>
            <a:off x="3498844" y="2213262"/>
            <a:ext cx="12801" cy="12801"/>
          </a:xfrm>
          <a:prstGeom prst="ellipse">
            <a:avLst/>
          </a:prstGeom>
          <a:solidFill>
            <a:srgbClr val="2E2E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Oval 51"/>
          <p:cNvSpPr/>
          <p:nvPr/>
        </p:nvSpPr>
        <p:spPr>
          <a:xfrm>
            <a:off x="7211042" y="4269358"/>
            <a:ext cx="16459" cy="16459"/>
          </a:xfrm>
          <a:prstGeom prst="ellipse">
            <a:avLst/>
          </a:prstGeom>
          <a:solidFill>
            <a:srgbClr val="4845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Oval 52"/>
          <p:cNvSpPr/>
          <p:nvPr/>
        </p:nvSpPr>
        <p:spPr>
          <a:xfrm>
            <a:off x="6346052" y="5470557"/>
            <a:ext cx="21945" cy="21945"/>
          </a:xfrm>
          <a:prstGeom prst="ellipse">
            <a:avLst/>
          </a:prstGeom>
          <a:solidFill>
            <a:srgbClr val="3E3C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Oval 53"/>
          <p:cNvSpPr/>
          <p:nvPr/>
        </p:nvSpPr>
        <p:spPr>
          <a:xfrm>
            <a:off x="6678091" y="849952"/>
            <a:ext cx="16459" cy="16459"/>
          </a:xfrm>
          <a:prstGeom prst="ellipse">
            <a:avLst/>
          </a:prstGeom>
          <a:solidFill>
            <a:srgbClr val="4A47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Oval 54"/>
          <p:cNvSpPr/>
          <p:nvPr/>
        </p:nvSpPr>
        <p:spPr>
          <a:xfrm>
            <a:off x="9656060" y="6341163"/>
            <a:ext cx="21945" cy="21945"/>
          </a:xfrm>
          <a:prstGeom prst="ellipse">
            <a:avLst/>
          </a:prstGeom>
          <a:solidFill>
            <a:srgbClr val="46436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Oval 55"/>
          <p:cNvSpPr/>
          <p:nvPr/>
        </p:nvSpPr>
        <p:spPr>
          <a:xfrm>
            <a:off x="7562646" y="3273412"/>
            <a:ext cx="21945" cy="21945"/>
          </a:xfrm>
          <a:prstGeom prst="ellipse">
            <a:avLst/>
          </a:prstGeom>
          <a:solidFill>
            <a:srgbClr val="38375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 name="Oval 56"/>
          <p:cNvSpPr/>
          <p:nvPr/>
        </p:nvSpPr>
        <p:spPr>
          <a:xfrm>
            <a:off x="9186212" y="5564878"/>
            <a:ext cx="21945" cy="21945"/>
          </a:xfrm>
          <a:prstGeom prst="ellipse">
            <a:avLst/>
          </a:prstGeom>
          <a:solidFill>
            <a:srgbClr val="2A2A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 name="Oval 57"/>
          <p:cNvSpPr/>
          <p:nvPr/>
        </p:nvSpPr>
        <p:spPr>
          <a:xfrm>
            <a:off x="7819202" y="559059"/>
            <a:ext cx="16459" cy="16459"/>
          </a:xfrm>
          <a:prstGeom prst="ellipse">
            <a:avLst/>
          </a:prstGeom>
          <a:solidFill>
            <a:srgbClr val="31304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 name="Oval 58"/>
          <p:cNvSpPr/>
          <p:nvPr/>
        </p:nvSpPr>
        <p:spPr>
          <a:xfrm>
            <a:off x="1166009" y="5699016"/>
            <a:ext cx="12801" cy="12801"/>
          </a:xfrm>
          <a:prstGeom prst="ellipse">
            <a:avLst/>
          </a:prstGeom>
          <a:solidFill>
            <a:srgbClr val="38365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 name="Oval 59"/>
          <p:cNvSpPr/>
          <p:nvPr/>
        </p:nvSpPr>
        <p:spPr>
          <a:xfrm>
            <a:off x="2967904" y="2864223"/>
            <a:ext cx="21945" cy="21945"/>
          </a:xfrm>
          <a:prstGeom prst="ellipse">
            <a:avLst/>
          </a:prstGeom>
          <a:solidFill>
            <a:srgbClr val="2324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 name="Oval 60"/>
          <p:cNvSpPr/>
          <p:nvPr/>
        </p:nvSpPr>
        <p:spPr>
          <a:xfrm>
            <a:off x="10960563" y="4395200"/>
            <a:ext cx="21945" cy="21945"/>
          </a:xfrm>
          <a:prstGeom prst="ellipse">
            <a:avLst/>
          </a:prstGeom>
          <a:solidFill>
            <a:srgbClr val="43406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 name="Oval 61"/>
          <p:cNvSpPr/>
          <p:nvPr/>
        </p:nvSpPr>
        <p:spPr>
          <a:xfrm>
            <a:off x="2294082" y="4040150"/>
            <a:ext cx="21945" cy="21945"/>
          </a:xfrm>
          <a:prstGeom prst="ellipse">
            <a:avLst/>
          </a:prstGeom>
          <a:solidFill>
            <a:srgbClr val="2223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 name="Oval 62"/>
          <p:cNvSpPr/>
          <p:nvPr/>
        </p:nvSpPr>
        <p:spPr>
          <a:xfrm>
            <a:off x="10253266" y="2399434"/>
            <a:ext cx="21945" cy="21945"/>
          </a:xfrm>
          <a:prstGeom prst="ellipse">
            <a:avLst/>
          </a:prstGeom>
          <a:solidFill>
            <a:srgbClr val="35345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 name="Oval 63"/>
          <p:cNvSpPr/>
          <p:nvPr/>
        </p:nvSpPr>
        <p:spPr>
          <a:xfrm>
            <a:off x="6822652" y="2641915"/>
            <a:ext cx="12801" cy="12801"/>
          </a:xfrm>
          <a:prstGeom prst="ellipse">
            <a:avLst/>
          </a:prstGeom>
          <a:solidFill>
            <a:srgbClr val="43406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 name="Oval 64"/>
          <p:cNvSpPr/>
          <p:nvPr/>
        </p:nvSpPr>
        <p:spPr>
          <a:xfrm>
            <a:off x="4743170" y="3746132"/>
            <a:ext cx="16459" cy="16459"/>
          </a:xfrm>
          <a:prstGeom prst="ellipse">
            <a:avLst/>
          </a:prstGeom>
          <a:solidFill>
            <a:srgbClr val="2A2A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6" name="Oval 65"/>
          <p:cNvSpPr/>
          <p:nvPr/>
        </p:nvSpPr>
        <p:spPr>
          <a:xfrm>
            <a:off x="2835799" y="4899061"/>
            <a:ext cx="16459" cy="16459"/>
          </a:xfrm>
          <a:prstGeom prst="ellipse">
            <a:avLst/>
          </a:prstGeom>
          <a:solidFill>
            <a:srgbClr val="39385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7" name="TextBox 66"/>
          <p:cNvSpPr txBox="1"/>
          <p:nvPr/>
        </p:nvSpPr>
        <p:spPr>
          <a:xfrm>
            <a:off x="530352" y="320040"/>
            <a:ext cx="3383280" cy="201168"/>
          </a:xfrm>
          <a:prstGeom prst="rect">
            <a:avLst/>
          </a:prstGeom>
          <a:noFill/>
        </p:spPr>
        <p:txBody>
          <a:bodyPr wrap="square" lIns="0" rIns="0" tIns="0" bIns="0" anchor="t">
            <a:spAutoFit/>
          </a:bodyPr>
          <a:lstStyle/>
          <a:p>
            <a:pPr algn="l">
              <a:spcBef>
                <a:spcPts val="0"/>
              </a:spcBef>
              <a:spcAft>
                <a:spcPts val="300"/>
              </a:spcAft>
              <a:defRPr sz="1000" b="1">
                <a:solidFill>
                  <a:srgbClr val="F4F2FF"/>
                </a:solidFill>
                <a:latin typeface="Arial"/>
              </a:defRPr>
            </a:pPr>
            <a:r>
              <a:t>E C H O S P H E R E</a:t>
            </a:r>
          </a:p>
        </p:txBody>
      </p:sp>
      <p:sp>
        <p:nvSpPr>
          <p:cNvPr id="68" name="TextBox 67"/>
          <p:cNvSpPr txBox="1"/>
          <p:nvPr/>
        </p:nvSpPr>
        <p:spPr>
          <a:xfrm>
            <a:off x="5669280" y="320040"/>
            <a:ext cx="5989320" cy="201168"/>
          </a:xfrm>
          <a:prstGeom prst="rect">
            <a:avLst/>
          </a:prstGeom>
          <a:noFill/>
        </p:spPr>
        <p:txBody>
          <a:bodyPr wrap="square" lIns="0" rIns="0" tIns="0" bIns="0" anchor="t">
            <a:spAutoFit/>
          </a:bodyPr>
          <a:lstStyle/>
          <a:p>
            <a:pPr algn="r">
              <a:spcBef>
                <a:spcPts val="0"/>
              </a:spcBef>
              <a:spcAft>
                <a:spcPts val="300"/>
              </a:spcAft>
              <a:defRPr sz="1000" b="0">
                <a:solidFill>
                  <a:srgbClr val="B2B9D0"/>
                </a:solidFill>
                <a:latin typeface="Arial"/>
              </a:defRPr>
            </a:pPr>
            <a:r>
              <a:t>CONTINUOUS AUDIO · SPATIAL STORYTELLING</a:t>
            </a:r>
          </a:p>
        </p:txBody>
      </p:sp>
      <p:cxnSp>
        <p:nvCxnSpPr>
          <p:cNvPr id="69" name="Connector 68"/>
          <p:cNvCxnSpPr/>
          <p:nvPr/>
        </p:nvCxnSpPr>
        <p:spPr>
          <a:xfrm>
            <a:off x="530352" y="722376"/>
            <a:ext cx="11128248" cy="0"/>
          </a:xfrm>
          <a:prstGeom prst="line">
            <a:avLst/>
          </a:prstGeom>
          <a:ln w="8255">
            <a:solidFill>
              <a:srgbClr val="29324C"/>
            </a:solidFill>
          </a:ln>
        </p:spPr>
        <p:style>
          <a:lnRef idx="2">
            <a:schemeClr val="accent1"/>
          </a:lnRef>
          <a:fillRef idx="0">
            <a:schemeClr val="accent1"/>
          </a:fillRef>
          <a:effectRef idx="1">
            <a:schemeClr val="accent1"/>
          </a:effectRef>
          <a:fontRef idx="minor">
            <a:schemeClr val="tx1"/>
          </a:fontRef>
        </p:style>
      </p:cxnSp>
      <p:sp>
        <p:nvSpPr>
          <p:cNvPr id="70" name="Rectangle 69"/>
          <p:cNvSpPr/>
          <p:nvPr/>
        </p:nvSpPr>
        <p:spPr>
          <a:xfrm>
            <a:off x="530352" y="6510528"/>
            <a:ext cx="201168" cy="22860"/>
          </a:xfrm>
          <a:prstGeom prst="rect">
            <a:avLst/>
          </a:prstGeom>
          <a:solidFill>
            <a:srgbClr val="BCAB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1" name="Rectangle 70"/>
          <p:cNvSpPr/>
          <p:nvPr/>
        </p:nvSpPr>
        <p:spPr>
          <a:xfrm>
            <a:off x="813815" y="6510528"/>
            <a:ext cx="201168" cy="22860"/>
          </a:xfrm>
          <a:prstGeom prst="rect">
            <a:avLst/>
          </a:prstGeom>
          <a:solidFill>
            <a:srgbClr val="2932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2" name="Rectangle 71"/>
          <p:cNvSpPr/>
          <p:nvPr/>
        </p:nvSpPr>
        <p:spPr>
          <a:xfrm>
            <a:off x="1097280" y="6510528"/>
            <a:ext cx="201168" cy="22860"/>
          </a:xfrm>
          <a:prstGeom prst="rect">
            <a:avLst/>
          </a:prstGeom>
          <a:solidFill>
            <a:srgbClr val="2932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3" name="Rectangle 72"/>
          <p:cNvSpPr/>
          <p:nvPr/>
        </p:nvSpPr>
        <p:spPr>
          <a:xfrm>
            <a:off x="1380743" y="6510528"/>
            <a:ext cx="201168" cy="22860"/>
          </a:xfrm>
          <a:prstGeom prst="rect">
            <a:avLst/>
          </a:prstGeom>
          <a:solidFill>
            <a:srgbClr val="2932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4" name="Rectangle 73"/>
          <p:cNvSpPr/>
          <p:nvPr/>
        </p:nvSpPr>
        <p:spPr>
          <a:xfrm>
            <a:off x="1664207" y="6510528"/>
            <a:ext cx="201168" cy="22860"/>
          </a:xfrm>
          <a:prstGeom prst="rect">
            <a:avLst/>
          </a:prstGeom>
          <a:solidFill>
            <a:srgbClr val="2932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5" name="Rectangle 74"/>
          <p:cNvSpPr/>
          <p:nvPr/>
        </p:nvSpPr>
        <p:spPr>
          <a:xfrm>
            <a:off x="1947672" y="6510528"/>
            <a:ext cx="201168" cy="22860"/>
          </a:xfrm>
          <a:prstGeom prst="rect">
            <a:avLst/>
          </a:prstGeom>
          <a:solidFill>
            <a:srgbClr val="2932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6" name="TextBox 75"/>
          <p:cNvSpPr txBox="1"/>
          <p:nvPr/>
        </p:nvSpPr>
        <p:spPr>
          <a:xfrm>
            <a:off x="2743200" y="6409944"/>
            <a:ext cx="6583680" cy="210312"/>
          </a:xfrm>
          <a:prstGeom prst="rect">
            <a:avLst/>
          </a:prstGeom>
          <a:noFill/>
        </p:spPr>
        <p:txBody>
          <a:bodyPr wrap="square" lIns="0" rIns="0" tIns="0" bIns="0" anchor="t">
            <a:spAutoFit/>
          </a:bodyPr>
          <a:lstStyle/>
          <a:p>
            <a:pPr algn="l">
              <a:spcBef>
                <a:spcPts val="0"/>
              </a:spcBef>
              <a:spcAft>
                <a:spcPts val="300"/>
              </a:spcAft>
              <a:defRPr sz="900" b="0">
                <a:solidFill>
                  <a:srgbClr val="B2B9D0"/>
                </a:solidFill>
                <a:latin typeface="Arial"/>
              </a:defRPr>
            </a:pPr>
            <a:r>
              <a:t>AMD DEVELOPER HACKATHON ACT 3  /  TRACK 4</a:t>
            </a:r>
          </a:p>
        </p:txBody>
      </p:sp>
      <p:sp>
        <p:nvSpPr>
          <p:cNvPr id="77" name="TextBox 76"/>
          <p:cNvSpPr txBox="1"/>
          <p:nvPr/>
        </p:nvSpPr>
        <p:spPr>
          <a:xfrm>
            <a:off x="10835640" y="6409944"/>
            <a:ext cx="822960" cy="210312"/>
          </a:xfrm>
          <a:prstGeom prst="rect">
            <a:avLst/>
          </a:prstGeom>
          <a:noFill/>
        </p:spPr>
        <p:txBody>
          <a:bodyPr wrap="square" lIns="0" rIns="0" tIns="0" bIns="0" anchor="t">
            <a:spAutoFit/>
          </a:bodyPr>
          <a:lstStyle/>
          <a:p>
            <a:pPr algn="r">
              <a:spcBef>
                <a:spcPts val="0"/>
              </a:spcBef>
              <a:spcAft>
                <a:spcPts val="300"/>
              </a:spcAft>
              <a:defRPr sz="1000" b="0">
                <a:solidFill>
                  <a:srgbClr val="B2B9D0"/>
                </a:solidFill>
                <a:latin typeface="Arial"/>
              </a:defRPr>
            </a:pPr>
            <a:r>
              <a:t>01 / 06</a:t>
            </a:r>
          </a:p>
        </p:txBody>
      </p:sp>
      <p:sp>
        <p:nvSpPr>
          <p:cNvPr id="78" name="TextBox 77"/>
          <p:cNvSpPr txBox="1"/>
          <p:nvPr/>
        </p:nvSpPr>
        <p:spPr>
          <a:xfrm>
            <a:off x="594360" y="1261872"/>
            <a:ext cx="6949440" cy="960120"/>
          </a:xfrm>
          <a:prstGeom prst="rect">
            <a:avLst/>
          </a:prstGeom>
          <a:noFill/>
        </p:spPr>
        <p:txBody>
          <a:bodyPr wrap="square" lIns="0" rIns="0" tIns="0" bIns="0" anchor="t">
            <a:spAutoFit/>
          </a:bodyPr>
          <a:lstStyle/>
          <a:p>
            <a:pPr algn="l">
              <a:spcBef>
                <a:spcPts val="0"/>
              </a:spcBef>
              <a:spcAft>
                <a:spcPts val="300"/>
              </a:spcAft>
              <a:defRPr sz="6200" b="1">
                <a:solidFill>
                  <a:srgbClr val="F4F2FF"/>
                </a:solidFill>
                <a:latin typeface="Arial"/>
              </a:defRPr>
            </a:pPr>
            <a:r>
              <a:t>EchoSphere</a:t>
            </a:r>
          </a:p>
        </p:txBody>
      </p:sp>
      <p:sp>
        <p:nvSpPr>
          <p:cNvPr id="79" name="TextBox 78"/>
          <p:cNvSpPr txBox="1"/>
          <p:nvPr/>
        </p:nvSpPr>
        <p:spPr>
          <a:xfrm>
            <a:off x="630936" y="2414016"/>
            <a:ext cx="6217920" cy="1234440"/>
          </a:xfrm>
          <a:prstGeom prst="rect">
            <a:avLst/>
          </a:prstGeom>
          <a:noFill/>
        </p:spPr>
        <p:txBody>
          <a:bodyPr wrap="square" lIns="0" rIns="0" tIns="0" bIns="0" anchor="t">
            <a:spAutoFit/>
          </a:bodyPr>
          <a:lstStyle/>
          <a:p>
            <a:pPr algn="l">
              <a:spcBef>
                <a:spcPts val="0"/>
              </a:spcBef>
              <a:spcAft>
                <a:spcPts val="300"/>
              </a:spcAft>
              <a:defRPr sz="3100" b="0">
                <a:solidFill>
                  <a:srgbClr val="BCABFF"/>
                </a:solidFill>
                <a:latin typeface="Arial"/>
              </a:defRPr>
            </a:pPr>
            <a:r>
              <a:t>Your voice shapes</a:t>
            </a:r>
          </a:p>
          <a:p>
            <a:pPr algn="l">
              <a:spcBef>
                <a:spcPts val="0"/>
              </a:spcBef>
              <a:spcAft>
                <a:spcPts val="300"/>
              </a:spcAft>
              <a:defRPr sz="3100" b="0">
                <a:solidFill>
                  <a:srgbClr val="BCABFF"/>
                </a:solidFill>
                <a:latin typeface="Arial"/>
              </a:defRPr>
            </a:pPr>
            <a:r>
              <a:t>the story’s atmosphere.</a:t>
            </a:r>
          </a:p>
        </p:txBody>
      </p:sp>
      <p:sp>
        <p:nvSpPr>
          <p:cNvPr id="80" name="TextBox 79"/>
          <p:cNvSpPr txBox="1"/>
          <p:nvPr/>
        </p:nvSpPr>
        <p:spPr>
          <a:xfrm>
            <a:off x="658368" y="3904487"/>
            <a:ext cx="5486400" cy="365760"/>
          </a:xfrm>
          <a:prstGeom prst="rect">
            <a:avLst/>
          </a:prstGeom>
          <a:noFill/>
        </p:spPr>
        <p:txBody>
          <a:bodyPr wrap="square" lIns="0" rIns="0" tIns="0" bIns="0" anchor="t">
            <a:spAutoFit/>
          </a:bodyPr>
          <a:lstStyle/>
          <a:p>
            <a:pPr algn="l">
              <a:spcBef>
                <a:spcPts val="0"/>
              </a:spcBef>
              <a:spcAft>
                <a:spcPts val="300"/>
              </a:spcAft>
              <a:defRPr sz="1700" b="0">
                <a:solidFill>
                  <a:srgbClr val="B2B9D0"/>
                </a:solidFill>
                <a:latin typeface="Arial"/>
              </a:defRPr>
            </a:pPr>
            <a:r>
              <a:t>An audio-first narrative experiment.</a:t>
            </a:r>
          </a:p>
        </p:txBody>
      </p:sp>
      <p:sp>
        <p:nvSpPr>
          <p:cNvPr id="81" name="Freeform 80"/>
          <p:cNvSpPr/>
          <p:nvPr/>
        </p:nvSpPr>
        <p:spPr>
          <a:xfrm>
            <a:off x="7536844" y="2455918"/>
            <a:ext cx="3206312" cy="1577564"/>
          </a:xfrm>
          <a:custGeom>
            <a:avLst/>
            <a:gdLst/>
            <a:ahLst/>
            <a:cxnLst/>
            <a:rect l="l" t="t" r="r" b="b"/>
            <a:pathLst>
              <a:path w="3508" h="1726">
                <a:moveTo>
                  <a:pt x="3508" y="863"/>
                </a:moveTo>
                <a:lnTo>
                  <a:pt x="3504" y="917"/>
                </a:lnTo>
                <a:lnTo>
                  <a:pt x="3494" y="971"/>
                </a:lnTo>
                <a:lnTo>
                  <a:pt x="3477" y="1025"/>
                </a:lnTo>
                <a:lnTo>
                  <a:pt x="3453" y="1078"/>
                </a:lnTo>
                <a:lnTo>
                  <a:pt x="3422" y="1130"/>
                </a:lnTo>
                <a:lnTo>
                  <a:pt x="3385" y="1181"/>
                </a:lnTo>
                <a:lnTo>
                  <a:pt x="3341" y="1230"/>
                </a:lnTo>
                <a:lnTo>
                  <a:pt x="3291" y="1279"/>
                </a:lnTo>
                <a:lnTo>
                  <a:pt x="3235" y="1325"/>
                </a:lnTo>
                <a:lnTo>
                  <a:pt x="3173" y="1370"/>
                </a:lnTo>
                <a:lnTo>
                  <a:pt x="3105" y="1413"/>
                </a:lnTo>
                <a:lnTo>
                  <a:pt x="3032" y="1454"/>
                </a:lnTo>
                <a:lnTo>
                  <a:pt x="2955" y="1492"/>
                </a:lnTo>
                <a:lnTo>
                  <a:pt x="2872" y="1528"/>
                </a:lnTo>
                <a:lnTo>
                  <a:pt x="2785" y="1561"/>
                </a:lnTo>
                <a:lnTo>
                  <a:pt x="2694" y="1592"/>
                </a:lnTo>
                <a:lnTo>
                  <a:pt x="2599" y="1619"/>
                </a:lnTo>
                <a:lnTo>
                  <a:pt x="2501" y="1644"/>
                </a:lnTo>
                <a:lnTo>
                  <a:pt x="2400" y="1665"/>
                </a:lnTo>
                <a:lnTo>
                  <a:pt x="2296" y="1684"/>
                </a:lnTo>
                <a:lnTo>
                  <a:pt x="2190" y="1699"/>
                </a:lnTo>
                <a:lnTo>
                  <a:pt x="2083" y="1711"/>
                </a:lnTo>
                <a:lnTo>
                  <a:pt x="1974" y="1719"/>
                </a:lnTo>
                <a:lnTo>
                  <a:pt x="1864" y="1724"/>
                </a:lnTo>
                <a:lnTo>
                  <a:pt x="1754" y="1726"/>
                </a:lnTo>
                <a:lnTo>
                  <a:pt x="1644" y="1724"/>
                </a:lnTo>
                <a:lnTo>
                  <a:pt x="1534" y="1719"/>
                </a:lnTo>
                <a:lnTo>
                  <a:pt x="1425" y="1711"/>
                </a:lnTo>
                <a:lnTo>
                  <a:pt x="1318" y="1699"/>
                </a:lnTo>
                <a:lnTo>
                  <a:pt x="1212" y="1684"/>
                </a:lnTo>
                <a:lnTo>
                  <a:pt x="1108" y="1665"/>
                </a:lnTo>
                <a:lnTo>
                  <a:pt x="1007" y="1644"/>
                </a:lnTo>
                <a:lnTo>
                  <a:pt x="909" y="1619"/>
                </a:lnTo>
                <a:lnTo>
                  <a:pt x="814" y="1592"/>
                </a:lnTo>
                <a:lnTo>
                  <a:pt x="723" y="1561"/>
                </a:lnTo>
                <a:lnTo>
                  <a:pt x="636" y="1528"/>
                </a:lnTo>
                <a:lnTo>
                  <a:pt x="553" y="1492"/>
                </a:lnTo>
                <a:lnTo>
                  <a:pt x="476" y="1454"/>
                </a:lnTo>
                <a:lnTo>
                  <a:pt x="403" y="1413"/>
                </a:lnTo>
                <a:lnTo>
                  <a:pt x="335" y="1370"/>
                </a:lnTo>
                <a:lnTo>
                  <a:pt x="273" y="1325"/>
                </a:lnTo>
                <a:lnTo>
                  <a:pt x="217" y="1279"/>
                </a:lnTo>
                <a:lnTo>
                  <a:pt x="167" y="1230"/>
                </a:lnTo>
                <a:lnTo>
                  <a:pt x="123" y="1181"/>
                </a:lnTo>
                <a:lnTo>
                  <a:pt x="86" y="1130"/>
                </a:lnTo>
                <a:lnTo>
                  <a:pt x="55" y="1078"/>
                </a:lnTo>
                <a:lnTo>
                  <a:pt x="31" y="1025"/>
                </a:lnTo>
                <a:lnTo>
                  <a:pt x="14" y="971"/>
                </a:lnTo>
                <a:lnTo>
                  <a:pt x="4" y="917"/>
                </a:lnTo>
                <a:lnTo>
                  <a:pt x="0" y="863"/>
                </a:lnTo>
                <a:lnTo>
                  <a:pt x="4" y="809"/>
                </a:lnTo>
                <a:lnTo>
                  <a:pt x="14" y="755"/>
                </a:lnTo>
                <a:lnTo>
                  <a:pt x="31" y="701"/>
                </a:lnTo>
                <a:lnTo>
                  <a:pt x="55" y="648"/>
                </a:lnTo>
                <a:lnTo>
                  <a:pt x="86" y="596"/>
                </a:lnTo>
                <a:lnTo>
                  <a:pt x="123" y="545"/>
                </a:lnTo>
                <a:lnTo>
                  <a:pt x="167" y="496"/>
                </a:lnTo>
                <a:lnTo>
                  <a:pt x="217" y="447"/>
                </a:lnTo>
                <a:lnTo>
                  <a:pt x="273" y="401"/>
                </a:lnTo>
                <a:lnTo>
                  <a:pt x="335" y="356"/>
                </a:lnTo>
                <a:lnTo>
                  <a:pt x="403" y="313"/>
                </a:lnTo>
                <a:lnTo>
                  <a:pt x="476" y="272"/>
                </a:lnTo>
                <a:lnTo>
                  <a:pt x="553" y="234"/>
                </a:lnTo>
                <a:lnTo>
                  <a:pt x="636" y="198"/>
                </a:lnTo>
                <a:lnTo>
                  <a:pt x="723" y="165"/>
                </a:lnTo>
                <a:lnTo>
                  <a:pt x="814" y="134"/>
                </a:lnTo>
                <a:lnTo>
                  <a:pt x="909" y="107"/>
                </a:lnTo>
                <a:lnTo>
                  <a:pt x="1007" y="82"/>
                </a:lnTo>
                <a:lnTo>
                  <a:pt x="1108" y="61"/>
                </a:lnTo>
                <a:lnTo>
                  <a:pt x="1212" y="42"/>
                </a:lnTo>
                <a:lnTo>
                  <a:pt x="1318" y="27"/>
                </a:lnTo>
                <a:lnTo>
                  <a:pt x="1425" y="15"/>
                </a:lnTo>
                <a:lnTo>
                  <a:pt x="1534" y="7"/>
                </a:lnTo>
                <a:lnTo>
                  <a:pt x="1644" y="2"/>
                </a:lnTo>
                <a:lnTo>
                  <a:pt x="1754" y="0"/>
                </a:lnTo>
                <a:lnTo>
                  <a:pt x="1864" y="2"/>
                </a:lnTo>
                <a:lnTo>
                  <a:pt x="1974" y="7"/>
                </a:lnTo>
                <a:lnTo>
                  <a:pt x="2083" y="15"/>
                </a:lnTo>
                <a:lnTo>
                  <a:pt x="2190" y="27"/>
                </a:lnTo>
                <a:lnTo>
                  <a:pt x="2296" y="42"/>
                </a:lnTo>
                <a:lnTo>
                  <a:pt x="2400" y="61"/>
                </a:lnTo>
                <a:lnTo>
                  <a:pt x="2501" y="82"/>
                </a:lnTo>
                <a:lnTo>
                  <a:pt x="2599" y="107"/>
                </a:lnTo>
                <a:lnTo>
                  <a:pt x="2694" y="134"/>
                </a:lnTo>
                <a:lnTo>
                  <a:pt x="2785" y="165"/>
                </a:lnTo>
                <a:lnTo>
                  <a:pt x="2872" y="198"/>
                </a:lnTo>
                <a:lnTo>
                  <a:pt x="2955" y="234"/>
                </a:lnTo>
                <a:lnTo>
                  <a:pt x="3032" y="272"/>
                </a:lnTo>
                <a:lnTo>
                  <a:pt x="3105" y="313"/>
                </a:lnTo>
                <a:lnTo>
                  <a:pt x="3173" y="356"/>
                </a:lnTo>
                <a:lnTo>
                  <a:pt x="3235" y="401"/>
                </a:lnTo>
                <a:lnTo>
                  <a:pt x="3291" y="447"/>
                </a:lnTo>
                <a:lnTo>
                  <a:pt x="3341" y="496"/>
                </a:lnTo>
                <a:lnTo>
                  <a:pt x="3385" y="545"/>
                </a:lnTo>
                <a:lnTo>
                  <a:pt x="3422" y="596"/>
                </a:lnTo>
                <a:lnTo>
                  <a:pt x="3453" y="648"/>
                </a:lnTo>
                <a:lnTo>
                  <a:pt x="3477" y="701"/>
                </a:lnTo>
                <a:lnTo>
                  <a:pt x="3494" y="755"/>
                </a:lnTo>
                <a:lnTo>
                  <a:pt x="3504" y="809"/>
                </a:lnTo>
                <a:lnTo>
                  <a:pt x="3508" y="863"/>
                </a:lnTo>
              </a:path>
            </a:pathLst>
          </a:custGeom>
          <a:noFill/>
          <a:ln w="8890">
            <a:solidFill>
              <a:srgbClr val="273E4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2" name="Oval 81"/>
          <p:cNvSpPr/>
          <p:nvPr/>
        </p:nvSpPr>
        <p:spPr>
          <a:xfrm>
            <a:off x="10727557" y="3226003"/>
            <a:ext cx="40233" cy="40233"/>
          </a:xfrm>
          <a:prstGeom prst="ellipse">
            <a:avLst/>
          </a:prstGeom>
          <a:solidFill>
            <a:srgbClr val="A193D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3" name="Oval 82"/>
          <p:cNvSpPr/>
          <p:nvPr/>
        </p:nvSpPr>
        <p:spPr>
          <a:xfrm>
            <a:off x="10576059" y="3575717"/>
            <a:ext cx="25603" cy="25603"/>
          </a:xfrm>
          <a:prstGeom prst="ellipse">
            <a:avLst/>
          </a:prstGeom>
          <a:solidFill>
            <a:srgbClr val="5A548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4" name="Oval 83"/>
          <p:cNvSpPr/>
          <p:nvPr/>
        </p:nvSpPr>
        <p:spPr>
          <a:xfrm>
            <a:off x="10131073" y="3850300"/>
            <a:ext cx="25603" cy="25603"/>
          </a:xfrm>
          <a:prstGeom prst="ellipse">
            <a:avLst/>
          </a:prstGeom>
          <a:solidFill>
            <a:srgbClr val="5A548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5" name="Oval 84"/>
          <p:cNvSpPr/>
          <p:nvPr/>
        </p:nvSpPr>
        <p:spPr>
          <a:xfrm>
            <a:off x="9480734" y="3995366"/>
            <a:ext cx="40233" cy="40233"/>
          </a:xfrm>
          <a:prstGeom prst="ellipse">
            <a:avLst/>
          </a:prstGeom>
          <a:solidFill>
            <a:srgbClr val="A193D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6" name="Oval 85"/>
          <p:cNvSpPr/>
          <p:nvPr/>
        </p:nvSpPr>
        <p:spPr>
          <a:xfrm>
            <a:off x="8774347" y="4002682"/>
            <a:ext cx="25603" cy="25603"/>
          </a:xfrm>
          <a:prstGeom prst="ellipse">
            <a:avLst/>
          </a:prstGeom>
          <a:solidFill>
            <a:srgbClr val="5A548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7" name="Oval 86"/>
          <p:cNvSpPr/>
          <p:nvPr/>
        </p:nvSpPr>
        <p:spPr>
          <a:xfrm>
            <a:off x="8131323" y="3850300"/>
            <a:ext cx="25603" cy="25603"/>
          </a:xfrm>
          <a:prstGeom prst="ellipse">
            <a:avLst/>
          </a:prstGeom>
          <a:solidFill>
            <a:srgbClr val="5A548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8" name="Oval 87"/>
          <p:cNvSpPr/>
          <p:nvPr/>
        </p:nvSpPr>
        <p:spPr>
          <a:xfrm>
            <a:off x="7679022" y="3568402"/>
            <a:ext cx="40233" cy="40233"/>
          </a:xfrm>
          <a:prstGeom prst="ellipse">
            <a:avLst/>
          </a:prstGeom>
          <a:solidFill>
            <a:srgbClr val="A193D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9" name="Oval 88"/>
          <p:cNvSpPr/>
          <p:nvPr/>
        </p:nvSpPr>
        <p:spPr>
          <a:xfrm>
            <a:off x="7527523" y="3233318"/>
            <a:ext cx="25603" cy="25603"/>
          </a:xfrm>
          <a:prstGeom prst="ellipse">
            <a:avLst/>
          </a:prstGeom>
          <a:solidFill>
            <a:srgbClr val="5A548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0" name="Oval 89"/>
          <p:cNvSpPr/>
          <p:nvPr/>
        </p:nvSpPr>
        <p:spPr>
          <a:xfrm>
            <a:off x="7686337" y="2890919"/>
            <a:ext cx="25603" cy="25603"/>
          </a:xfrm>
          <a:prstGeom prst="ellipse">
            <a:avLst/>
          </a:prstGeom>
          <a:solidFill>
            <a:srgbClr val="5A548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1" name="Oval 90"/>
          <p:cNvSpPr/>
          <p:nvPr/>
        </p:nvSpPr>
        <p:spPr>
          <a:xfrm>
            <a:off x="8124008" y="2609021"/>
            <a:ext cx="40233" cy="40233"/>
          </a:xfrm>
          <a:prstGeom prst="ellipse">
            <a:avLst/>
          </a:prstGeom>
          <a:solidFill>
            <a:srgbClr val="A193D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2" name="Oval 91"/>
          <p:cNvSpPr/>
          <p:nvPr/>
        </p:nvSpPr>
        <p:spPr>
          <a:xfrm>
            <a:off x="8774347" y="2463954"/>
            <a:ext cx="25603" cy="25603"/>
          </a:xfrm>
          <a:prstGeom prst="ellipse">
            <a:avLst/>
          </a:prstGeom>
          <a:solidFill>
            <a:srgbClr val="5A548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3" name="Oval 92"/>
          <p:cNvSpPr/>
          <p:nvPr/>
        </p:nvSpPr>
        <p:spPr>
          <a:xfrm>
            <a:off x="9488049" y="2463954"/>
            <a:ext cx="25603" cy="25603"/>
          </a:xfrm>
          <a:prstGeom prst="ellipse">
            <a:avLst/>
          </a:prstGeom>
          <a:solidFill>
            <a:srgbClr val="5A548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4" name="Oval 93"/>
          <p:cNvSpPr/>
          <p:nvPr/>
        </p:nvSpPr>
        <p:spPr>
          <a:xfrm>
            <a:off x="10123758" y="2609021"/>
            <a:ext cx="40233" cy="40233"/>
          </a:xfrm>
          <a:prstGeom prst="ellipse">
            <a:avLst/>
          </a:prstGeom>
          <a:solidFill>
            <a:srgbClr val="A193D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5" name="Oval 94"/>
          <p:cNvSpPr/>
          <p:nvPr/>
        </p:nvSpPr>
        <p:spPr>
          <a:xfrm>
            <a:off x="10576059" y="2890919"/>
            <a:ext cx="25603" cy="25603"/>
          </a:xfrm>
          <a:prstGeom prst="ellipse">
            <a:avLst/>
          </a:prstGeom>
          <a:solidFill>
            <a:srgbClr val="5A548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6" name="Freeform 95"/>
          <p:cNvSpPr/>
          <p:nvPr/>
        </p:nvSpPr>
        <p:spPr>
          <a:xfrm>
            <a:off x="7368668" y="1943164"/>
            <a:ext cx="3542664" cy="2603072"/>
          </a:xfrm>
          <a:custGeom>
            <a:avLst/>
            <a:gdLst/>
            <a:ahLst/>
            <a:cxnLst/>
            <a:rect l="l" t="t" r="r" b="b"/>
            <a:pathLst>
              <a:path w="3876" h="2848">
                <a:moveTo>
                  <a:pt x="3857" y="1806"/>
                </a:moveTo>
                <a:lnTo>
                  <a:pt x="3836" y="1891"/>
                </a:lnTo>
                <a:lnTo>
                  <a:pt x="3807" y="1975"/>
                </a:lnTo>
                <a:lnTo>
                  <a:pt x="3772" y="2056"/>
                </a:lnTo>
                <a:lnTo>
                  <a:pt x="3729" y="2135"/>
                </a:lnTo>
                <a:lnTo>
                  <a:pt x="3679" y="2211"/>
                </a:lnTo>
                <a:lnTo>
                  <a:pt x="3622" y="2284"/>
                </a:lnTo>
                <a:lnTo>
                  <a:pt x="3558" y="2354"/>
                </a:lnTo>
                <a:lnTo>
                  <a:pt x="3488" y="2419"/>
                </a:lnTo>
                <a:lnTo>
                  <a:pt x="3412" y="2481"/>
                </a:lnTo>
                <a:lnTo>
                  <a:pt x="3330" y="2539"/>
                </a:lnTo>
                <a:lnTo>
                  <a:pt x="3242" y="2593"/>
                </a:lnTo>
                <a:lnTo>
                  <a:pt x="3150" y="2642"/>
                </a:lnTo>
                <a:lnTo>
                  <a:pt x="3053" y="2686"/>
                </a:lnTo>
                <a:lnTo>
                  <a:pt x="2951" y="2725"/>
                </a:lnTo>
                <a:lnTo>
                  <a:pt x="2845" y="2758"/>
                </a:lnTo>
                <a:lnTo>
                  <a:pt x="2736" y="2787"/>
                </a:lnTo>
                <a:lnTo>
                  <a:pt x="2623" y="2810"/>
                </a:lnTo>
                <a:lnTo>
                  <a:pt x="2508" y="2828"/>
                </a:lnTo>
                <a:lnTo>
                  <a:pt x="2391" y="2840"/>
                </a:lnTo>
                <a:lnTo>
                  <a:pt x="2271" y="2847"/>
                </a:lnTo>
                <a:lnTo>
                  <a:pt x="2151" y="2848"/>
                </a:lnTo>
                <a:lnTo>
                  <a:pt x="2029" y="2843"/>
                </a:lnTo>
                <a:lnTo>
                  <a:pt x="1908" y="2833"/>
                </a:lnTo>
                <a:lnTo>
                  <a:pt x="1786" y="2817"/>
                </a:lnTo>
                <a:lnTo>
                  <a:pt x="1665" y="2796"/>
                </a:lnTo>
                <a:lnTo>
                  <a:pt x="1545" y="2769"/>
                </a:lnTo>
                <a:lnTo>
                  <a:pt x="1427" y="2737"/>
                </a:lnTo>
                <a:lnTo>
                  <a:pt x="1310" y="2700"/>
                </a:lnTo>
                <a:lnTo>
                  <a:pt x="1196" y="2658"/>
                </a:lnTo>
                <a:lnTo>
                  <a:pt x="1085" y="2611"/>
                </a:lnTo>
                <a:lnTo>
                  <a:pt x="978" y="2559"/>
                </a:lnTo>
                <a:lnTo>
                  <a:pt x="874" y="2503"/>
                </a:lnTo>
                <a:lnTo>
                  <a:pt x="774" y="2443"/>
                </a:lnTo>
                <a:lnTo>
                  <a:pt x="679" y="2378"/>
                </a:lnTo>
                <a:lnTo>
                  <a:pt x="589" y="2310"/>
                </a:lnTo>
                <a:lnTo>
                  <a:pt x="505" y="2238"/>
                </a:lnTo>
                <a:lnTo>
                  <a:pt x="426" y="2163"/>
                </a:lnTo>
                <a:lnTo>
                  <a:pt x="352" y="2085"/>
                </a:lnTo>
                <a:lnTo>
                  <a:pt x="286" y="2005"/>
                </a:lnTo>
                <a:lnTo>
                  <a:pt x="225" y="1922"/>
                </a:lnTo>
                <a:lnTo>
                  <a:pt x="172" y="1837"/>
                </a:lnTo>
                <a:lnTo>
                  <a:pt x="125" y="1751"/>
                </a:lnTo>
                <a:lnTo>
                  <a:pt x="86" y="1663"/>
                </a:lnTo>
                <a:lnTo>
                  <a:pt x="53" y="1574"/>
                </a:lnTo>
                <a:lnTo>
                  <a:pt x="29" y="1485"/>
                </a:lnTo>
                <a:lnTo>
                  <a:pt x="12" y="1396"/>
                </a:lnTo>
                <a:lnTo>
                  <a:pt x="2" y="1306"/>
                </a:lnTo>
                <a:lnTo>
                  <a:pt x="0" y="1217"/>
                </a:lnTo>
                <a:lnTo>
                  <a:pt x="6" y="1129"/>
                </a:lnTo>
                <a:lnTo>
                  <a:pt x="19" y="1042"/>
                </a:lnTo>
                <a:lnTo>
                  <a:pt x="40" y="957"/>
                </a:lnTo>
                <a:lnTo>
                  <a:pt x="69" y="873"/>
                </a:lnTo>
                <a:lnTo>
                  <a:pt x="104" y="792"/>
                </a:lnTo>
                <a:lnTo>
                  <a:pt x="147" y="713"/>
                </a:lnTo>
                <a:lnTo>
                  <a:pt x="197" y="637"/>
                </a:lnTo>
                <a:lnTo>
                  <a:pt x="254" y="564"/>
                </a:lnTo>
                <a:lnTo>
                  <a:pt x="318" y="494"/>
                </a:lnTo>
                <a:lnTo>
                  <a:pt x="388" y="429"/>
                </a:lnTo>
                <a:lnTo>
                  <a:pt x="464" y="367"/>
                </a:lnTo>
                <a:lnTo>
                  <a:pt x="546" y="309"/>
                </a:lnTo>
                <a:lnTo>
                  <a:pt x="634" y="255"/>
                </a:lnTo>
                <a:lnTo>
                  <a:pt x="726" y="206"/>
                </a:lnTo>
                <a:lnTo>
                  <a:pt x="823" y="162"/>
                </a:lnTo>
                <a:lnTo>
                  <a:pt x="925" y="123"/>
                </a:lnTo>
                <a:lnTo>
                  <a:pt x="1031" y="90"/>
                </a:lnTo>
                <a:lnTo>
                  <a:pt x="1140" y="61"/>
                </a:lnTo>
                <a:lnTo>
                  <a:pt x="1253" y="38"/>
                </a:lnTo>
                <a:lnTo>
                  <a:pt x="1368" y="20"/>
                </a:lnTo>
                <a:lnTo>
                  <a:pt x="1485" y="8"/>
                </a:lnTo>
                <a:lnTo>
                  <a:pt x="1605" y="1"/>
                </a:lnTo>
                <a:lnTo>
                  <a:pt x="1725" y="0"/>
                </a:lnTo>
                <a:lnTo>
                  <a:pt x="1847" y="5"/>
                </a:lnTo>
                <a:lnTo>
                  <a:pt x="1968" y="15"/>
                </a:lnTo>
                <a:lnTo>
                  <a:pt x="2090" y="31"/>
                </a:lnTo>
                <a:lnTo>
                  <a:pt x="2211" y="52"/>
                </a:lnTo>
                <a:lnTo>
                  <a:pt x="2331" y="79"/>
                </a:lnTo>
                <a:lnTo>
                  <a:pt x="2449" y="111"/>
                </a:lnTo>
                <a:lnTo>
                  <a:pt x="2566" y="148"/>
                </a:lnTo>
                <a:lnTo>
                  <a:pt x="2680" y="190"/>
                </a:lnTo>
                <a:lnTo>
                  <a:pt x="2791" y="237"/>
                </a:lnTo>
                <a:lnTo>
                  <a:pt x="2898" y="289"/>
                </a:lnTo>
                <a:lnTo>
                  <a:pt x="3002" y="345"/>
                </a:lnTo>
                <a:lnTo>
                  <a:pt x="3102" y="405"/>
                </a:lnTo>
                <a:lnTo>
                  <a:pt x="3197" y="470"/>
                </a:lnTo>
                <a:lnTo>
                  <a:pt x="3287" y="538"/>
                </a:lnTo>
                <a:lnTo>
                  <a:pt x="3371" y="610"/>
                </a:lnTo>
                <a:lnTo>
                  <a:pt x="3450" y="685"/>
                </a:lnTo>
                <a:lnTo>
                  <a:pt x="3524" y="763"/>
                </a:lnTo>
                <a:lnTo>
                  <a:pt x="3590" y="843"/>
                </a:lnTo>
                <a:lnTo>
                  <a:pt x="3651" y="926"/>
                </a:lnTo>
                <a:lnTo>
                  <a:pt x="3704" y="1011"/>
                </a:lnTo>
                <a:lnTo>
                  <a:pt x="3751" y="1097"/>
                </a:lnTo>
                <a:lnTo>
                  <a:pt x="3790" y="1185"/>
                </a:lnTo>
                <a:lnTo>
                  <a:pt x="3823" y="1274"/>
                </a:lnTo>
                <a:lnTo>
                  <a:pt x="3847" y="1363"/>
                </a:lnTo>
                <a:lnTo>
                  <a:pt x="3864" y="1452"/>
                </a:lnTo>
                <a:lnTo>
                  <a:pt x="3874" y="1542"/>
                </a:lnTo>
                <a:lnTo>
                  <a:pt x="3876" y="1631"/>
                </a:lnTo>
                <a:lnTo>
                  <a:pt x="3870" y="1719"/>
                </a:lnTo>
                <a:lnTo>
                  <a:pt x="3857" y="1806"/>
                </a:lnTo>
              </a:path>
            </a:pathLst>
          </a:custGeom>
          <a:noFill/>
          <a:ln w="8890">
            <a:solidFill>
              <a:srgbClr val="34335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7" name="Oval 96"/>
          <p:cNvSpPr/>
          <p:nvPr/>
        </p:nvSpPr>
        <p:spPr>
          <a:xfrm>
            <a:off x="10823563" y="3777751"/>
            <a:ext cx="25603" cy="25603"/>
          </a:xfrm>
          <a:prstGeom prst="ellipse">
            <a:avLst/>
          </a:prstGeom>
          <a:solidFill>
            <a:srgbClr val="41697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8" name="Oval 97"/>
          <p:cNvSpPr/>
          <p:nvPr/>
        </p:nvSpPr>
        <p:spPr>
          <a:xfrm>
            <a:off x="10427782" y="4237138"/>
            <a:ext cx="25603" cy="25603"/>
          </a:xfrm>
          <a:prstGeom prst="ellipse">
            <a:avLst/>
          </a:prstGeom>
          <a:solidFill>
            <a:srgbClr val="41697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9" name="Oval 98"/>
          <p:cNvSpPr/>
          <p:nvPr/>
        </p:nvSpPr>
        <p:spPr>
          <a:xfrm>
            <a:off x="9767881" y="4490391"/>
            <a:ext cx="40233" cy="40233"/>
          </a:xfrm>
          <a:prstGeom prst="ellipse">
            <a:avLst/>
          </a:prstGeom>
          <a:solidFill>
            <a:srgbClr val="73BBD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0" name="Oval 99"/>
          <p:cNvSpPr/>
          <p:nvPr/>
        </p:nvSpPr>
        <p:spPr>
          <a:xfrm>
            <a:off x="8995059" y="4507847"/>
            <a:ext cx="25603" cy="25603"/>
          </a:xfrm>
          <a:prstGeom prst="ellipse">
            <a:avLst/>
          </a:prstGeom>
          <a:solidFill>
            <a:srgbClr val="41697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1" name="Oval 100"/>
          <p:cNvSpPr/>
          <p:nvPr/>
        </p:nvSpPr>
        <p:spPr>
          <a:xfrm>
            <a:off x="8241886" y="4265551"/>
            <a:ext cx="25603" cy="25603"/>
          </a:xfrm>
          <a:prstGeom prst="ellipse">
            <a:avLst/>
          </a:prstGeom>
          <a:solidFill>
            <a:srgbClr val="41697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2" name="Oval 101"/>
          <p:cNvSpPr/>
          <p:nvPr/>
        </p:nvSpPr>
        <p:spPr>
          <a:xfrm>
            <a:off x="7657536" y="3811494"/>
            <a:ext cx="40233" cy="40233"/>
          </a:xfrm>
          <a:prstGeom prst="ellipse">
            <a:avLst/>
          </a:prstGeom>
          <a:solidFill>
            <a:srgbClr val="73BBD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3" name="Oval 102"/>
          <p:cNvSpPr/>
          <p:nvPr/>
        </p:nvSpPr>
        <p:spPr>
          <a:xfrm>
            <a:off x="7378245" y="3256104"/>
            <a:ext cx="25603" cy="25603"/>
          </a:xfrm>
          <a:prstGeom prst="ellipse">
            <a:avLst/>
          </a:prstGeom>
          <a:solidFill>
            <a:srgbClr val="41697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4" name="Oval 103"/>
          <p:cNvSpPr/>
          <p:nvPr/>
        </p:nvSpPr>
        <p:spPr>
          <a:xfrm>
            <a:off x="7438833" y="2688885"/>
            <a:ext cx="25603" cy="25603"/>
          </a:xfrm>
          <a:prstGeom prst="ellipse">
            <a:avLst/>
          </a:prstGeom>
          <a:solidFill>
            <a:srgbClr val="41697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5" name="Oval 104"/>
          <p:cNvSpPr/>
          <p:nvPr/>
        </p:nvSpPr>
        <p:spPr>
          <a:xfrm>
            <a:off x="7827299" y="2222183"/>
            <a:ext cx="40233" cy="40233"/>
          </a:xfrm>
          <a:prstGeom prst="ellipse">
            <a:avLst/>
          </a:prstGeom>
          <a:solidFill>
            <a:srgbClr val="73BBD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6" name="Oval 105"/>
          <p:cNvSpPr/>
          <p:nvPr/>
        </p:nvSpPr>
        <p:spPr>
          <a:xfrm>
            <a:off x="8487200" y="1968929"/>
            <a:ext cx="25603" cy="25603"/>
          </a:xfrm>
          <a:prstGeom prst="ellipse">
            <a:avLst/>
          </a:prstGeom>
          <a:solidFill>
            <a:srgbClr val="41697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7" name="Oval 106"/>
          <p:cNvSpPr/>
          <p:nvPr/>
        </p:nvSpPr>
        <p:spPr>
          <a:xfrm>
            <a:off x="9267337" y="1958789"/>
            <a:ext cx="25603" cy="25603"/>
          </a:xfrm>
          <a:prstGeom prst="ellipse">
            <a:avLst/>
          </a:prstGeom>
          <a:solidFill>
            <a:srgbClr val="41697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8" name="Oval 107"/>
          <p:cNvSpPr/>
          <p:nvPr/>
        </p:nvSpPr>
        <p:spPr>
          <a:xfrm>
            <a:off x="10013195" y="2193769"/>
            <a:ext cx="40233" cy="40233"/>
          </a:xfrm>
          <a:prstGeom prst="ellipse">
            <a:avLst/>
          </a:prstGeom>
          <a:solidFill>
            <a:srgbClr val="73BBD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9" name="Oval 108"/>
          <p:cNvSpPr/>
          <p:nvPr/>
        </p:nvSpPr>
        <p:spPr>
          <a:xfrm>
            <a:off x="10597544" y="2647826"/>
            <a:ext cx="25603" cy="25603"/>
          </a:xfrm>
          <a:prstGeom prst="ellipse">
            <a:avLst/>
          </a:prstGeom>
          <a:solidFill>
            <a:srgbClr val="41697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0" name="Oval 109"/>
          <p:cNvSpPr/>
          <p:nvPr/>
        </p:nvSpPr>
        <p:spPr>
          <a:xfrm>
            <a:off x="10884150" y="3210532"/>
            <a:ext cx="25603" cy="25603"/>
          </a:xfrm>
          <a:prstGeom prst="ellipse">
            <a:avLst/>
          </a:prstGeom>
          <a:solidFill>
            <a:srgbClr val="41697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1" name="Freeform 110"/>
          <p:cNvSpPr/>
          <p:nvPr/>
        </p:nvSpPr>
        <p:spPr>
          <a:xfrm>
            <a:off x="7170330" y="1450518"/>
            <a:ext cx="3939340" cy="3588364"/>
          </a:xfrm>
          <a:custGeom>
            <a:avLst/>
            <a:gdLst/>
            <a:ahLst/>
            <a:cxnLst/>
            <a:rect l="l" t="t" r="r" b="b"/>
            <a:pathLst>
              <a:path w="4310" h="3926">
                <a:moveTo>
                  <a:pt x="4182" y="2803"/>
                </a:moveTo>
                <a:lnTo>
                  <a:pt x="4132" y="2912"/>
                </a:lnTo>
                <a:lnTo>
                  <a:pt x="4074" y="3018"/>
                </a:lnTo>
                <a:lnTo>
                  <a:pt x="4009" y="3120"/>
                </a:lnTo>
                <a:lnTo>
                  <a:pt x="3936" y="3217"/>
                </a:lnTo>
                <a:lnTo>
                  <a:pt x="3856" y="3310"/>
                </a:lnTo>
                <a:lnTo>
                  <a:pt x="3770" y="3397"/>
                </a:lnTo>
                <a:lnTo>
                  <a:pt x="3677" y="3478"/>
                </a:lnTo>
                <a:lnTo>
                  <a:pt x="3578" y="3553"/>
                </a:lnTo>
                <a:lnTo>
                  <a:pt x="3473" y="3622"/>
                </a:lnTo>
                <a:lnTo>
                  <a:pt x="3363" y="3685"/>
                </a:lnTo>
                <a:lnTo>
                  <a:pt x="3249" y="3741"/>
                </a:lnTo>
                <a:lnTo>
                  <a:pt x="3130" y="3789"/>
                </a:lnTo>
                <a:lnTo>
                  <a:pt x="3007" y="3831"/>
                </a:lnTo>
                <a:lnTo>
                  <a:pt x="2881" y="3865"/>
                </a:lnTo>
                <a:lnTo>
                  <a:pt x="2752" y="3892"/>
                </a:lnTo>
                <a:lnTo>
                  <a:pt x="2621" y="3911"/>
                </a:lnTo>
                <a:lnTo>
                  <a:pt x="2488" y="3922"/>
                </a:lnTo>
                <a:lnTo>
                  <a:pt x="2353" y="3926"/>
                </a:lnTo>
                <a:lnTo>
                  <a:pt x="2218" y="3921"/>
                </a:lnTo>
                <a:lnTo>
                  <a:pt x="2083" y="3909"/>
                </a:lnTo>
                <a:lnTo>
                  <a:pt x="1948" y="3890"/>
                </a:lnTo>
                <a:lnTo>
                  <a:pt x="1813" y="3863"/>
                </a:lnTo>
                <a:lnTo>
                  <a:pt x="1680" y="3828"/>
                </a:lnTo>
                <a:lnTo>
                  <a:pt x="1549" y="3786"/>
                </a:lnTo>
                <a:lnTo>
                  <a:pt x="1420" y="3737"/>
                </a:lnTo>
                <a:lnTo>
                  <a:pt x="1294" y="3681"/>
                </a:lnTo>
                <a:lnTo>
                  <a:pt x="1172" y="3618"/>
                </a:lnTo>
                <a:lnTo>
                  <a:pt x="1053" y="3548"/>
                </a:lnTo>
                <a:lnTo>
                  <a:pt x="939" y="3472"/>
                </a:lnTo>
                <a:lnTo>
                  <a:pt x="830" y="3390"/>
                </a:lnTo>
                <a:lnTo>
                  <a:pt x="726" y="3303"/>
                </a:lnTo>
                <a:lnTo>
                  <a:pt x="627" y="3210"/>
                </a:lnTo>
                <a:lnTo>
                  <a:pt x="534" y="3113"/>
                </a:lnTo>
                <a:lnTo>
                  <a:pt x="448" y="3011"/>
                </a:lnTo>
                <a:lnTo>
                  <a:pt x="369" y="2904"/>
                </a:lnTo>
                <a:lnTo>
                  <a:pt x="297" y="2794"/>
                </a:lnTo>
                <a:lnTo>
                  <a:pt x="232" y="2681"/>
                </a:lnTo>
                <a:lnTo>
                  <a:pt x="174" y="2565"/>
                </a:lnTo>
                <a:lnTo>
                  <a:pt x="125" y="2447"/>
                </a:lnTo>
                <a:lnTo>
                  <a:pt x="83" y="2326"/>
                </a:lnTo>
                <a:lnTo>
                  <a:pt x="50" y="2204"/>
                </a:lnTo>
                <a:lnTo>
                  <a:pt x="24" y="2082"/>
                </a:lnTo>
                <a:lnTo>
                  <a:pt x="8" y="1958"/>
                </a:lnTo>
                <a:lnTo>
                  <a:pt x="0" y="1835"/>
                </a:lnTo>
                <a:lnTo>
                  <a:pt x="0" y="1712"/>
                </a:lnTo>
                <a:lnTo>
                  <a:pt x="9" y="1591"/>
                </a:lnTo>
                <a:lnTo>
                  <a:pt x="26" y="1470"/>
                </a:lnTo>
                <a:lnTo>
                  <a:pt x="52" y="1352"/>
                </a:lnTo>
                <a:lnTo>
                  <a:pt x="86" y="1236"/>
                </a:lnTo>
                <a:lnTo>
                  <a:pt x="128" y="1123"/>
                </a:lnTo>
                <a:lnTo>
                  <a:pt x="178" y="1014"/>
                </a:lnTo>
                <a:lnTo>
                  <a:pt x="236" y="908"/>
                </a:lnTo>
                <a:lnTo>
                  <a:pt x="301" y="806"/>
                </a:lnTo>
                <a:lnTo>
                  <a:pt x="374" y="709"/>
                </a:lnTo>
                <a:lnTo>
                  <a:pt x="454" y="616"/>
                </a:lnTo>
                <a:lnTo>
                  <a:pt x="540" y="529"/>
                </a:lnTo>
                <a:lnTo>
                  <a:pt x="633" y="448"/>
                </a:lnTo>
                <a:lnTo>
                  <a:pt x="732" y="373"/>
                </a:lnTo>
                <a:lnTo>
                  <a:pt x="837" y="304"/>
                </a:lnTo>
                <a:lnTo>
                  <a:pt x="947" y="241"/>
                </a:lnTo>
                <a:lnTo>
                  <a:pt x="1061" y="185"/>
                </a:lnTo>
                <a:lnTo>
                  <a:pt x="1180" y="137"/>
                </a:lnTo>
                <a:lnTo>
                  <a:pt x="1303" y="95"/>
                </a:lnTo>
                <a:lnTo>
                  <a:pt x="1429" y="61"/>
                </a:lnTo>
                <a:lnTo>
                  <a:pt x="1558" y="34"/>
                </a:lnTo>
                <a:lnTo>
                  <a:pt x="1689" y="15"/>
                </a:lnTo>
                <a:lnTo>
                  <a:pt x="1822" y="4"/>
                </a:lnTo>
                <a:lnTo>
                  <a:pt x="1957" y="0"/>
                </a:lnTo>
                <a:lnTo>
                  <a:pt x="2092" y="5"/>
                </a:lnTo>
                <a:lnTo>
                  <a:pt x="2227" y="17"/>
                </a:lnTo>
                <a:lnTo>
                  <a:pt x="2362" y="36"/>
                </a:lnTo>
                <a:lnTo>
                  <a:pt x="2497" y="63"/>
                </a:lnTo>
                <a:lnTo>
                  <a:pt x="2630" y="98"/>
                </a:lnTo>
                <a:lnTo>
                  <a:pt x="2761" y="140"/>
                </a:lnTo>
                <a:lnTo>
                  <a:pt x="2890" y="189"/>
                </a:lnTo>
                <a:lnTo>
                  <a:pt x="3016" y="245"/>
                </a:lnTo>
                <a:lnTo>
                  <a:pt x="3138" y="308"/>
                </a:lnTo>
                <a:lnTo>
                  <a:pt x="3257" y="378"/>
                </a:lnTo>
                <a:lnTo>
                  <a:pt x="3371" y="454"/>
                </a:lnTo>
                <a:lnTo>
                  <a:pt x="3480" y="536"/>
                </a:lnTo>
                <a:lnTo>
                  <a:pt x="3584" y="623"/>
                </a:lnTo>
                <a:lnTo>
                  <a:pt x="3683" y="716"/>
                </a:lnTo>
                <a:lnTo>
                  <a:pt x="3776" y="813"/>
                </a:lnTo>
                <a:lnTo>
                  <a:pt x="3862" y="915"/>
                </a:lnTo>
                <a:lnTo>
                  <a:pt x="3941" y="1022"/>
                </a:lnTo>
                <a:lnTo>
                  <a:pt x="4013" y="1132"/>
                </a:lnTo>
                <a:lnTo>
                  <a:pt x="4078" y="1245"/>
                </a:lnTo>
                <a:lnTo>
                  <a:pt x="4136" y="1361"/>
                </a:lnTo>
                <a:lnTo>
                  <a:pt x="4185" y="1479"/>
                </a:lnTo>
                <a:lnTo>
                  <a:pt x="4227" y="1600"/>
                </a:lnTo>
                <a:lnTo>
                  <a:pt x="4260" y="1722"/>
                </a:lnTo>
                <a:lnTo>
                  <a:pt x="4286" y="1844"/>
                </a:lnTo>
                <a:lnTo>
                  <a:pt x="4302" y="1968"/>
                </a:lnTo>
                <a:lnTo>
                  <a:pt x="4310" y="2091"/>
                </a:lnTo>
                <a:lnTo>
                  <a:pt x="4310" y="2214"/>
                </a:lnTo>
                <a:lnTo>
                  <a:pt x="4301" y="2335"/>
                </a:lnTo>
                <a:lnTo>
                  <a:pt x="4284" y="2456"/>
                </a:lnTo>
                <a:lnTo>
                  <a:pt x="4258" y="2574"/>
                </a:lnTo>
                <a:lnTo>
                  <a:pt x="4224" y="2690"/>
                </a:lnTo>
                <a:lnTo>
                  <a:pt x="4182" y="2803"/>
                </a:lnTo>
              </a:path>
            </a:pathLst>
          </a:custGeom>
          <a:noFill/>
          <a:ln w="8890">
            <a:solidFill>
              <a:srgbClr val="273E4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2" name="Oval 111"/>
          <p:cNvSpPr/>
          <p:nvPr/>
        </p:nvSpPr>
        <p:spPr>
          <a:xfrm>
            <a:off x="10679574" y="4472422"/>
            <a:ext cx="25603" cy="25603"/>
          </a:xfrm>
          <a:prstGeom prst="ellipse">
            <a:avLst/>
          </a:prstGeom>
          <a:solidFill>
            <a:srgbClr val="41697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3" name="Oval 112"/>
          <p:cNvSpPr/>
          <p:nvPr/>
        </p:nvSpPr>
        <p:spPr>
          <a:xfrm>
            <a:off x="9989204" y="4905602"/>
            <a:ext cx="40233" cy="40233"/>
          </a:xfrm>
          <a:prstGeom prst="ellipse">
            <a:avLst/>
          </a:prstGeom>
          <a:solidFill>
            <a:srgbClr val="73BBD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4" name="Oval 113"/>
          <p:cNvSpPr/>
          <p:nvPr/>
        </p:nvSpPr>
        <p:spPr>
          <a:xfrm>
            <a:off x="9142077" y="5020747"/>
            <a:ext cx="25603" cy="25603"/>
          </a:xfrm>
          <a:prstGeom prst="ellipse">
            <a:avLst/>
          </a:prstGeom>
          <a:solidFill>
            <a:srgbClr val="41697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5" name="Oval 114"/>
          <p:cNvSpPr/>
          <p:nvPr/>
        </p:nvSpPr>
        <p:spPr>
          <a:xfrm>
            <a:off x="8285480" y="4774554"/>
            <a:ext cx="25603" cy="25603"/>
          </a:xfrm>
          <a:prstGeom prst="ellipse">
            <a:avLst/>
          </a:prstGeom>
          <a:solidFill>
            <a:srgbClr val="41697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6" name="Oval 115"/>
          <p:cNvSpPr/>
          <p:nvPr/>
        </p:nvSpPr>
        <p:spPr>
          <a:xfrm>
            <a:off x="7589072" y="4215786"/>
            <a:ext cx="40233" cy="40233"/>
          </a:xfrm>
          <a:prstGeom prst="ellipse">
            <a:avLst/>
          </a:prstGeom>
          <a:solidFill>
            <a:srgbClr val="73BBD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7" name="Oval 116"/>
          <p:cNvSpPr/>
          <p:nvPr/>
        </p:nvSpPr>
        <p:spPr>
          <a:xfrm>
            <a:off x="7211283" y="3475609"/>
            <a:ext cx="25603" cy="25603"/>
          </a:xfrm>
          <a:prstGeom prst="ellipse">
            <a:avLst/>
          </a:prstGeom>
          <a:solidFill>
            <a:srgbClr val="41697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8" name="Oval 117"/>
          <p:cNvSpPr/>
          <p:nvPr/>
        </p:nvSpPr>
        <p:spPr>
          <a:xfrm>
            <a:off x="7206442" y="2680128"/>
            <a:ext cx="25603" cy="25603"/>
          </a:xfrm>
          <a:prstGeom prst="ellipse">
            <a:avLst/>
          </a:prstGeom>
          <a:solidFill>
            <a:srgbClr val="41697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9" name="Oval 118"/>
          <p:cNvSpPr/>
          <p:nvPr/>
        </p:nvSpPr>
        <p:spPr>
          <a:xfrm>
            <a:off x="7575507" y="1986898"/>
            <a:ext cx="40233" cy="40233"/>
          </a:xfrm>
          <a:prstGeom prst="ellipse">
            <a:avLst/>
          </a:prstGeom>
          <a:solidFill>
            <a:srgbClr val="73BBD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0" name="Oval 119"/>
          <p:cNvSpPr/>
          <p:nvPr/>
        </p:nvSpPr>
        <p:spPr>
          <a:xfrm>
            <a:off x="8265877" y="1553719"/>
            <a:ext cx="25603" cy="25603"/>
          </a:xfrm>
          <a:prstGeom prst="ellipse">
            <a:avLst/>
          </a:prstGeom>
          <a:solidFill>
            <a:srgbClr val="41697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1" name="Oval 120"/>
          <p:cNvSpPr/>
          <p:nvPr/>
        </p:nvSpPr>
        <p:spPr>
          <a:xfrm>
            <a:off x="9120319" y="1445889"/>
            <a:ext cx="25603" cy="25603"/>
          </a:xfrm>
          <a:prstGeom prst="ellipse">
            <a:avLst/>
          </a:prstGeom>
          <a:solidFill>
            <a:srgbClr val="41697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2" name="Oval 121"/>
          <p:cNvSpPr/>
          <p:nvPr/>
        </p:nvSpPr>
        <p:spPr>
          <a:xfrm>
            <a:off x="9969601" y="1684766"/>
            <a:ext cx="40233" cy="40233"/>
          </a:xfrm>
          <a:prstGeom prst="ellipse">
            <a:avLst/>
          </a:prstGeom>
          <a:solidFill>
            <a:srgbClr val="73BBD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3" name="Oval 122"/>
          <p:cNvSpPr/>
          <p:nvPr/>
        </p:nvSpPr>
        <p:spPr>
          <a:xfrm>
            <a:off x="10666008" y="2243535"/>
            <a:ext cx="25603" cy="25603"/>
          </a:xfrm>
          <a:prstGeom prst="ellipse">
            <a:avLst/>
          </a:prstGeom>
          <a:solidFill>
            <a:srgbClr val="41697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4" name="Oval 123"/>
          <p:cNvSpPr/>
          <p:nvPr/>
        </p:nvSpPr>
        <p:spPr>
          <a:xfrm>
            <a:off x="11051113" y="2991027"/>
            <a:ext cx="25603" cy="25603"/>
          </a:xfrm>
          <a:prstGeom prst="ellipse">
            <a:avLst/>
          </a:prstGeom>
          <a:solidFill>
            <a:srgbClr val="41697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5" name="Oval 124"/>
          <p:cNvSpPr/>
          <p:nvPr/>
        </p:nvSpPr>
        <p:spPr>
          <a:xfrm>
            <a:off x="11048639" y="3779192"/>
            <a:ext cx="40233" cy="40233"/>
          </a:xfrm>
          <a:prstGeom prst="ellipse">
            <a:avLst/>
          </a:prstGeom>
          <a:solidFill>
            <a:srgbClr val="73BBD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6" name="Freeform 125"/>
          <p:cNvSpPr/>
          <p:nvPr/>
        </p:nvSpPr>
        <p:spPr>
          <a:xfrm>
            <a:off x="7311086" y="1453260"/>
            <a:ext cx="3657828" cy="3582880"/>
          </a:xfrm>
          <a:custGeom>
            <a:avLst/>
            <a:gdLst/>
            <a:ahLst/>
            <a:cxnLst/>
            <a:rect l="l" t="t" r="r" b="b"/>
            <a:pathLst>
              <a:path w="4002" h="3920">
                <a:moveTo>
                  <a:pt x="3692" y="3090"/>
                </a:moveTo>
                <a:lnTo>
                  <a:pt x="3621" y="3188"/>
                </a:lnTo>
                <a:lnTo>
                  <a:pt x="3544" y="3282"/>
                </a:lnTo>
                <a:lnTo>
                  <a:pt x="3461" y="3370"/>
                </a:lnTo>
                <a:lnTo>
                  <a:pt x="3373" y="3453"/>
                </a:lnTo>
                <a:lnTo>
                  <a:pt x="3278" y="3529"/>
                </a:lnTo>
                <a:lnTo>
                  <a:pt x="3179" y="3600"/>
                </a:lnTo>
                <a:lnTo>
                  <a:pt x="3075" y="3664"/>
                </a:lnTo>
                <a:lnTo>
                  <a:pt x="2967" y="3722"/>
                </a:lnTo>
                <a:lnTo>
                  <a:pt x="2855" y="3772"/>
                </a:lnTo>
                <a:lnTo>
                  <a:pt x="2740" y="3815"/>
                </a:lnTo>
                <a:lnTo>
                  <a:pt x="2622" y="3851"/>
                </a:lnTo>
                <a:lnTo>
                  <a:pt x="2501" y="3880"/>
                </a:lnTo>
                <a:lnTo>
                  <a:pt x="2378" y="3901"/>
                </a:lnTo>
                <a:lnTo>
                  <a:pt x="2254" y="3914"/>
                </a:lnTo>
                <a:lnTo>
                  <a:pt x="2129" y="3920"/>
                </a:lnTo>
                <a:lnTo>
                  <a:pt x="2003" y="3918"/>
                </a:lnTo>
                <a:lnTo>
                  <a:pt x="1878" y="3908"/>
                </a:lnTo>
                <a:lnTo>
                  <a:pt x="1753" y="3890"/>
                </a:lnTo>
                <a:lnTo>
                  <a:pt x="1628" y="3865"/>
                </a:lnTo>
                <a:lnTo>
                  <a:pt x="1506" y="3832"/>
                </a:lnTo>
                <a:lnTo>
                  <a:pt x="1385" y="3792"/>
                </a:lnTo>
                <a:lnTo>
                  <a:pt x="1267" y="3745"/>
                </a:lnTo>
                <a:lnTo>
                  <a:pt x="1151" y="3690"/>
                </a:lnTo>
                <a:lnTo>
                  <a:pt x="1039" y="3629"/>
                </a:lnTo>
                <a:lnTo>
                  <a:pt x="931" y="3562"/>
                </a:lnTo>
                <a:lnTo>
                  <a:pt x="827" y="3487"/>
                </a:lnTo>
                <a:lnTo>
                  <a:pt x="727" y="3407"/>
                </a:lnTo>
                <a:lnTo>
                  <a:pt x="633" y="3321"/>
                </a:lnTo>
                <a:lnTo>
                  <a:pt x="544" y="3230"/>
                </a:lnTo>
                <a:lnTo>
                  <a:pt x="461" y="3134"/>
                </a:lnTo>
                <a:lnTo>
                  <a:pt x="384" y="3033"/>
                </a:lnTo>
                <a:lnTo>
                  <a:pt x="313" y="2928"/>
                </a:lnTo>
                <a:lnTo>
                  <a:pt x="249" y="2819"/>
                </a:lnTo>
                <a:lnTo>
                  <a:pt x="192" y="2707"/>
                </a:lnTo>
                <a:lnTo>
                  <a:pt x="141" y="2592"/>
                </a:lnTo>
                <a:lnTo>
                  <a:pt x="99" y="2474"/>
                </a:lnTo>
                <a:lnTo>
                  <a:pt x="64" y="2354"/>
                </a:lnTo>
                <a:lnTo>
                  <a:pt x="36" y="2233"/>
                </a:lnTo>
                <a:lnTo>
                  <a:pt x="16" y="2110"/>
                </a:lnTo>
                <a:lnTo>
                  <a:pt x="4" y="1987"/>
                </a:lnTo>
                <a:lnTo>
                  <a:pt x="0" y="1864"/>
                </a:lnTo>
                <a:lnTo>
                  <a:pt x="4" y="1742"/>
                </a:lnTo>
                <a:lnTo>
                  <a:pt x="16" y="1620"/>
                </a:lnTo>
                <a:lnTo>
                  <a:pt x="35" y="1499"/>
                </a:lnTo>
                <a:lnTo>
                  <a:pt x="62" y="1380"/>
                </a:lnTo>
                <a:lnTo>
                  <a:pt x="97" y="1264"/>
                </a:lnTo>
                <a:lnTo>
                  <a:pt x="140" y="1150"/>
                </a:lnTo>
                <a:lnTo>
                  <a:pt x="189" y="1040"/>
                </a:lnTo>
                <a:lnTo>
                  <a:pt x="246" y="933"/>
                </a:lnTo>
                <a:lnTo>
                  <a:pt x="310" y="830"/>
                </a:lnTo>
                <a:lnTo>
                  <a:pt x="381" y="732"/>
                </a:lnTo>
                <a:lnTo>
                  <a:pt x="458" y="638"/>
                </a:lnTo>
                <a:lnTo>
                  <a:pt x="541" y="550"/>
                </a:lnTo>
                <a:lnTo>
                  <a:pt x="629" y="467"/>
                </a:lnTo>
                <a:lnTo>
                  <a:pt x="724" y="391"/>
                </a:lnTo>
                <a:lnTo>
                  <a:pt x="823" y="320"/>
                </a:lnTo>
                <a:lnTo>
                  <a:pt x="927" y="256"/>
                </a:lnTo>
                <a:lnTo>
                  <a:pt x="1035" y="198"/>
                </a:lnTo>
                <a:lnTo>
                  <a:pt x="1147" y="148"/>
                </a:lnTo>
                <a:lnTo>
                  <a:pt x="1262" y="105"/>
                </a:lnTo>
                <a:lnTo>
                  <a:pt x="1380" y="69"/>
                </a:lnTo>
                <a:lnTo>
                  <a:pt x="1501" y="40"/>
                </a:lnTo>
                <a:lnTo>
                  <a:pt x="1624" y="19"/>
                </a:lnTo>
                <a:lnTo>
                  <a:pt x="1748" y="6"/>
                </a:lnTo>
                <a:lnTo>
                  <a:pt x="1873" y="0"/>
                </a:lnTo>
                <a:lnTo>
                  <a:pt x="1999" y="2"/>
                </a:lnTo>
                <a:lnTo>
                  <a:pt x="2124" y="12"/>
                </a:lnTo>
                <a:lnTo>
                  <a:pt x="2249" y="30"/>
                </a:lnTo>
                <a:lnTo>
                  <a:pt x="2374" y="55"/>
                </a:lnTo>
                <a:lnTo>
                  <a:pt x="2496" y="88"/>
                </a:lnTo>
                <a:lnTo>
                  <a:pt x="2617" y="128"/>
                </a:lnTo>
                <a:lnTo>
                  <a:pt x="2735" y="175"/>
                </a:lnTo>
                <a:lnTo>
                  <a:pt x="2851" y="230"/>
                </a:lnTo>
                <a:lnTo>
                  <a:pt x="2963" y="291"/>
                </a:lnTo>
                <a:lnTo>
                  <a:pt x="3071" y="358"/>
                </a:lnTo>
                <a:lnTo>
                  <a:pt x="3175" y="433"/>
                </a:lnTo>
                <a:lnTo>
                  <a:pt x="3275" y="513"/>
                </a:lnTo>
                <a:lnTo>
                  <a:pt x="3369" y="599"/>
                </a:lnTo>
                <a:lnTo>
                  <a:pt x="3458" y="690"/>
                </a:lnTo>
                <a:lnTo>
                  <a:pt x="3541" y="786"/>
                </a:lnTo>
                <a:lnTo>
                  <a:pt x="3618" y="887"/>
                </a:lnTo>
                <a:lnTo>
                  <a:pt x="3689" y="992"/>
                </a:lnTo>
                <a:lnTo>
                  <a:pt x="3753" y="1101"/>
                </a:lnTo>
                <a:lnTo>
                  <a:pt x="3810" y="1213"/>
                </a:lnTo>
                <a:lnTo>
                  <a:pt x="3861" y="1328"/>
                </a:lnTo>
                <a:lnTo>
                  <a:pt x="3903" y="1446"/>
                </a:lnTo>
                <a:lnTo>
                  <a:pt x="3938" y="1566"/>
                </a:lnTo>
                <a:lnTo>
                  <a:pt x="3966" y="1687"/>
                </a:lnTo>
                <a:lnTo>
                  <a:pt x="3986" y="1810"/>
                </a:lnTo>
                <a:lnTo>
                  <a:pt x="3998" y="1933"/>
                </a:lnTo>
                <a:lnTo>
                  <a:pt x="4002" y="2056"/>
                </a:lnTo>
                <a:lnTo>
                  <a:pt x="3998" y="2178"/>
                </a:lnTo>
                <a:lnTo>
                  <a:pt x="3986" y="2300"/>
                </a:lnTo>
                <a:lnTo>
                  <a:pt x="3967" y="2421"/>
                </a:lnTo>
                <a:lnTo>
                  <a:pt x="3940" y="2540"/>
                </a:lnTo>
                <a:lnTo>
                  <a:pt x="3905" y="2656"/>
                </a:lnTo>
                <a:lnTo>
                  <a:pt x="3862" y="2770"/>
                </a:lnTo>
                <a:lnTo>
                  <a:pt x="3813" y="2880"/>
                </a:lnTo>
                <a:lnTo>
                  <a:pt x="3756" y="2987"/>
                </a:lnTo>
                <a:lnTo>
                  <a:pt x="3692" y="3090"/>
                </a:lnTo>
              </a:path>
            </a:pathLst>
          </a:custGeom>
          <a:noFill/>
          <a:ln w="8890">
            <a:solidFill>
              <a:srgbClr val="34335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7" name="Oval 126"/>
          <p:cNvSpPr/>
          <p:nvPr/>
        </p:nvSpPr>
        <p:spPr>
          <a:xfrm>
            <a:off x="10043367" y="4818542"/>
            <a:ext cx="40233" cy="40233"/>
          </a:xfrm>
          <a:prstGeom prst="ellipse">
            <a:avLst/>
          </a:prstGeom>
          <a:solidFill>
            <a:srgbClr val="A193D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8" name="Oval 127"/>
          <p:cNvSpPr/>
          <p:nvPr/>
        </p:nvSpPr>
        <p:spPr>
          <a:xfrm>
            <a:off x="9273282" y="5024759"/>
            <a:ext cx="25603" cy="25603"/>
          </a:xfrm>
          <a:prstGeom prst="ellipse">
            <a:avLst/>
          </a:prstGeom>
          <a:solidFill>
            <a:srgbClr val="5A548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9" name="Oval 128"/>
          <p:cNvSpPr/>
          <p:nvPr/>
        </p:nvSpPr>
        <p:spPr>
          <a:xfrm>
            <a:off x="8467742" y="4868843"/>
            <a:ext cx="25603" cy="25603"/>
          </a:xfrm>
          <a:prstGeom prst="ellipse">
            <a:avLst/>
          </a:prstGeom>
          <a:solidFill>
            <a:srgbClr val="5A548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0" name="Oval 129"/>
          <p:cNvSpPr/>
          <p:nvPr/>
        </p:nvSpPr>
        <p:spPr>
          <a:xfrm>
            <a:off x="7786291" y="4381676"/>
            <a:ext cx="40233" cy="40233"/>
          </a:xfrm>
          <a:prstGeom prst="ellipse">
            <a:avLst/>
          </a:prstGeom>
          <a:solidFill>
            <a:srgbClr val="A193D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1" name="Oval 130"/>
          <p:cNvSpPr/>
          <p:nvPr/>
        </p:nvSpPr>
        <p:spPr>
          <a:xfrm>
            <a:off x="7384397" y="3680245"/>
            <a:ext cx="25603" cy="25603"/>
          </a:xfrm>
          <a:prstGeom prst="ellipse">
            <a:avLst/>
          </a:prstGeom>
          <a:solidFill>
            <a:srgbClr val="5A548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2" name="Oval 131"/>
          <p:cNvSpPr/>
          <p:nvPr/>
        </p:nvSpPr>
        <p:spPr>
          <a:xfrm>
            <a:off x="7321164" y="2882979"/>
            <a:ext cx="25603" cy="25603"/>
          </a:xfrm>
          <a:prstGeom prst="ellipse">
            <a:avLst/>
          </a:prstGeom>
          <a:solidFill>
            <a:srgbClr val="5A548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3" name="Oval 132"/>
          <p:cNvSpPr/>
          <p:nvPr/>
        </p:nvSpPr>
        <p:spPr>
          <a:xfrm>
            <a:off x="7609115" y="2147786"/>
            <a:ext cx="40233" cy="40233"/>
          </a:xfrm>
          <a:prstGeom prst="ellipse">
            <a:avLst/>
          </a:prstGeom>
          <a:solidFill>
            <a:srgbClr val="A193D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4" name="Oval 133"/>
          <p:cNvSpPr/>
          <p:nvPr/>
        </p:nvSpPr>
        <p:spPr>
          <a:xfrm>
            <a:off x="8211714" y="1640778"/>
            <a:ext cx="25603" cy="25603"/>
          </a:xfrm>
          <a:prstGeom prst="ellipse">
            <a:avLst/>
          </a:prstGeom>
          <a:solidFill>
            <a:srgbClr val="5A548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5" name="Oval 134"/>
          <p:cNvSpPr/>
          <p:nvPr/>
        </p:nvSpPr>
        <p:spPr>
          <a:xfrm>
            <a:off x="8989113" y="1441877"/>
            <a:ext cx="25603" cy="25603"/>
          </a:xfrm>
          <a:prstGeom prst="ellipse">
            <a:avLst/>
          </a:prstGeom>
          <a:solidFill>
            <a:srgbClr val="5A548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6" name="Oval 135"/>
          <p:cNvSpPr/>
          <p:nvPr/>
        </p:nvSpPr>
        <p:spPr>
          <a:xfrm>
            <a:off x="9787339" y="1590478"/>
            <a:ext cx="40233" cy="40233"/>
          </a:xfrm>
          <a:prstGeom prst="ellipse">
            <a:avLst/>
          </a:prstGeom>
          <a:solidFill>
            <a:srgbClr val="A193D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7" name="Oval 136"/>
          <p:cNvSpPr/>
          <p:nvPr/>
        </p:nvSpPr>
        <p:spPr>
          <a:xfrm>
            <a:off x="10468790" y="2077644"/>
            <a:ext cx="25603" cy="25603"/>
          </a:xfrm>
          <a:prstGeom prst="ellipse">
            <a:avLst/>
          </a:prstGeom>
          <a:solidFill>
            <a:srgbClr val="5A548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8" name="Oval 137"/>
          <p:cNvSpPr/>
          <p:nvPr/>
        </p:nvSpPr>
        <p:spPr>
          <a:xfrm>
            <a:off x="10877998" y="2786391"/>
            <a:ext cx="25603" cy="25603"/>
          </a:xfrm>
          <a:prstGeom prst="ellipse">
            <a:avLst/>
          </a:prstGeom>
          <a:solidFill>
            <a:srgbClr val="5A548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9" name="Oval 138"/>
          <p:cNvSpPr/>
          <p:nvPr/>
        </p:nvSpPr>
        <p:spPr>
          <a:xfrm>
            <a:off x="10933917" y="3576342"/>
            <a:ext cx="40233" cy="40233"/>
          </a:xfrm>
          <a:prstGeom prst="ellipse">
            <a:avLst/>
          </a:prstGeom>
          <a:solidFill>
            <a:srgbClr val="A193D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0" name="Oval 139"/>
          <p:cNvSpPr/>
          <p:nvPr/>
        </p:nvSpPr>
        <p:spPr>
          <a:xfrm>
            <a:off x="10645966" y="4311534"/>
            <a:ext cx="25603" cy="25603"/>
          </a:xfrm>
          <a:prstGeom prst="ellipse">
            <a:avLst/>
          </a:prstGeom>
          <a:solidFill>
            <a:srgbClr val="5A548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1" name="Freeform 140"/>
          <p:cNvSpPr/>
          <p:nvPr/>
        </p:nvSpPr>
        <p:spPr>
          <a:xfrm>
            <a:off x="7587114" y="1691814"/>
            <a:ext cx="3105772" cy="3105772"/>
          </a:xfrm>
          <a:custGeom>
            <a:avLst/>
            <a:gdLst/>
            <a:ahLst/>
            <a:cxnLst/>
            <a:rect l="l" t="t" r="r" b="b"/>
            <a:pathLst>
              <a:path w="3398" h="3398">
                <a:moveTo>
                  <a:pt x="2949" y="2949"/>
                </a:moveTo>
                <a:lnTo>
                  <a:pt x="2874" y="3018"/>
                </a:lnTo>
                <a:lnTo>
                  <a:pt x="2795" y="3083"/>
                </a:lnTo>
                <a:lnTo>
                  <a:pt x="2711" y="3142"/>
                </a:lnTo>
                <a:lnTo>
                  <a:pt x="2623" y="3196"/>
                </a:lnTo>
                <a:lnTo>
                  <a:pt x="2532" y="3243"/>
                </a:lnTo>
                <a:lnTo>
                  <a:pt x="2437" y="3285"/>
                </a:lnTo>
                <a:lnTo>
                  <a:pt x="2340" y="3320"/>
                </a:lnTo>
                <a:lnTo>
                  <a:pt x="2240" y="3349"/>
                </a:lnTo>
                <a:lnTo>
                  <a:pt x="2137" y="3371"/>
                </a:lnTo>
                <a:lnTo>
                  <a:pt x="2034" y="3386"/>
                </a:lnTo>
                <a:lnTo>
                  <a:pt x="1928" y="3395"/>
                </a:lnTo>
                <a:lnTo>
                  <a:pt x="1822" y="3398"/>
                </a:lnTo>
                <a:lnTo>
                  <a:pt x="1715" y="3393"/>
                </a:lnTo>
                <a:lnTo>
                  <a:pt x="1609" y="3382"/>
                </a:lnTo>
                <a:lnTo>
                  <a:pt x="1502" y="3365"/>
                </a:lnTo>
                <a:lnTo>
                  <a:pt x="1397" y="3340"/>
                </a:lnTo>
                <a:lnTo>
                  <a:pt x="1292" y="3310"/>
                </a:lnTo>
                <a:lnTo>
                  <a:pt x="1190" y="3272"/>
                </a:lnTo>
                <a:lnTo>
                  <a:pt x="1089" y="3229"/>
                </a:lnTo>
                <a:lnTo>
                  <a:pt x="991" y="3180"/>
                </a:lnTo>
                <a:lnTo>
                  <a:pt x="895" y="3125"/>
                </a:lnTo>
                <a:lnTo>
                  <a:pt x="803" y="3064"/>
                </a:lnTo>
                <a:lnTo>
                  <a:pt x="714" y="2997"/>
                </a:lnTo>
                <a:lnTo>
                  <a:pt x="629" y="2926"/>
                </a:lnTo>
                <a:lnTo>
                  <a:pt x="548" y="2850"/>
                </a:lnTo>
                <a:lnTo>
                  <a:pt x="472" y="2769"/>
                </a:lnTo>
                <a:lnTo>
                  <a:pt x="401" y="2684"/>
                </a:lnTo>
                <a:lnTo>
                  <a:pt x="334" y="2595"/>
                </a:lnTo>
                <a:lnTo>
                  <a:pt x="273" y="2503"/>
                </a:lnTo>
                <a:lnTo>
                  <a:pt x="218" y="2407"/>
                </a:lnTo>
                <a:lnTo>
                  <a:pt x="169" y="2309"/>
                </a:lnTo>
                <a:lnTo>
                  <a:pt x="126" y="2208"/>
                </a:lnTo>
                <a:lnTo>
                  <a:pt x="88" y="2106"/>
                </a:lnTo>
                <a:lnTo>
                  <a:pt x="58" y="2001"/>
                </a:lnTo>
                <a:lnTo>
                  <a:pt x="33" y="1896"/>
                </a:lnTo>
                <a:lnTo>
                  <a:pt x="16" y="1789"/>
                </a:lnTo>
                <a:lnTo>
                  <a:pt x="5" y="1683"/>
                </a:lnTo>
                <a:lnTo>
                  <a:pt x="0" y="1576"/>
                </a:lnTo>
                <a:lnTo>
                  <a:pt x="3" y="1470"/>
                </a:lnTo>
                <a:lnTo>
                  <a:pt x="12" y="1364"/>
                </a:lnTo>
                <a:lnTo>
                  <a:pt x="27" y="1261"/>
                </a:lnTo>
                <a:lnTo>
                  <a:pt x="49" y="1158"/>
                </a:lnTo>
                <a:lnTo>
                  <a:pt x="78" y="1058"/>
                </a:lnTo>
                <a:lnTo>
                  <a:pt x="113" y="961"/>
                </a:lnTo>
                <a:lnTo>
                  <a:pt x="155" y="866"/>
                </a:lnTo>
                <a:lnTo>
                  <a:pt x="202" y="775"/>
                </a:lnTo>
                <a:lnTo>
                  <a:pt x="256" y="687"/>
                </a:lnTo>
                <a:lnTo>
                  <a:pt x="315" y="603"/>
                </a:lnTo>
                <a:lnTo>
                  <a:pt x="380" y="524"/>
                </a:lnTo>
                <a:lnTo>
                  <a:pt x="449" y="449"/>
                </a:lnTo>
                <a:lnTo>
                  <a:pt x="524" y="380"/>
                </a:lnTo>
                <a:lnTo>
                  <a:pt x="603" y="315"/>
                </a:lnTo>
                <a:lnTo>
                  <a:pt x="687" y="256"/>
                </a:lnTo>
                <a:lnTo>
                  <a:pt x="775" y="202"/>
                </a:lnTo>
                <a:lnTo>
                  <a:pt x="866" y="155"/>
                </a:lnTo>
                <a:lnTo>
                  <a:pt x="961" y="113"/>
                </a:lnTo>
                <a:lnTo>
                  <a:pt x="1058" y="78"/>
                </a:lnTo>
                <a:lnTo>
                  <a:pt x="1158" y="49"/>
                </a:lnTo>
                <a:lnTo>
                  <a:pt x="1261" y="27"/>
                </a:lnTo>
                <a:lnTo>
                  <a:pt x="1364" y="12"/>
                </a:lnTo>
                <a:lnTo>
                  <a:pt x="1470" y="3"/>
                </a:lnTo>
                <a:lnTo>
                  <a:pt x="1576" y="0"/>
                </a:lnTo>
                <a:lnTo>
                  <a:pt x="1683" y="5"/>
                </a:lnTo>
                <a:lnTo>
                  <a:pt x="1789" y="16"/>
                </a:lnTo>
                <a:lnTo>
                  <a:pt x="1896" y="33"/>
                </a:lnTo>
                <a:lnTo>
                  <a:pt x="2001" y="58"/>
                </a:lnTo>
                <a:lnTo>
                  <a:pt x="2106" y="88"/>
                </a:lnTo>
                <a:lnTo>
                  <a:pt x="2208" y="126"/>
                </a:lnTo>
                <a:lnTo>
                  <a:pt x="2309" y="169"/>
                </a:lnTo>
                <a:lnTo>
                  <a:pt x="2407" y="218"/>
                </a:lnTo>
                <a:lnTo>
                  <a:pt x="2503" y="273"/>
                </a:lnTo>
                <a:lnTo>
                  <a:pt x="2595" y="334"/>
                </a:lnTo>
                <a:lnTo>
                  <a:pt x="2684" y="401"/>
                </a:lnTo>
                <a:lnTo>
                  <a:pt x="2769" y="472"/>
                </a:lnTo>
                <a:lnTo>
                  <a:pt x="2850" y="548"/>
                </a:lnTo>
                <a:lnTo>
                  <a:pt x="2926" y="629"/>
                </a:lnTo>
                <a:lnTo>
                  <a:pt x="2997" y="714"/>
                </a:lnTo>
                <a:lnTo>
                  <a:pt x="3064" y="803"/>
                </a:lnTo>
                <a:lnTo>
                  <a:pt x="3125" y="895"/>
                </a:lnTo>
                <a:lnTo>
                  <a:pt x="3180" y="991"/>
                </a:lnTo>
                <a:lnTo>
                  <a:pt x="3229" y="1089"/>
                </a:lnTo>
                <a:lnTo>
                  <a:pt x="3272" y="1190"/>
                </a:lnTo>
                <a:lnTo>
                  <a:pt x="3310" y="1292"/>
                </a:lnTo>
                <a:lnTo>
                  <a:pt x="3340" y="1397"/>
                </a:lnTo>
                <a:lnTo>
                  <a:pt x="3365" y="1502"/>
                </a:lnTo>
                <a:lnTo>
                  <a:pt x="3382" y="1609"/>
                </a:lnTo>
                <a:lnTo>
                  <a:pt x="3393" y="1715"/>
                </a:lnTo>
                <a:lnTo>
                  <a:pt x="3398" y="1822"/>
                </a:lnTo>
                <a:lnTo>
                  <a:pt x="3395" y="1928"/>
                </a:lnTo>
                <a:lnTo>
                  <a:pt x="3386" y="2034"/>
                </a:lnTo>
                <a:lnTo>
                  <a:pt x="3371" y="2137"/>
                </a:lnTo>
                <a:lnTo>
                  <a:pt x="3349" y="2240"/>
                </a:lnTo>
                <a:lnTo>
                  <a:pt x="3320" y="2340"/>
                </a:lnTo>
                <a:lnTo>
                  <a:pt x="3285" y="2437"/>
                </a:lnTo>
                <a:lnTo>
                  <a:pt x="3243" y="2532"/>
                </a:lnTo>
                <a:lnTo>
                  <a:pt x="3196" y="2623"/>
                </a:lnTo>
                <a:lnTo>
                  <a:pt x="3142" y="2711"/>
                </a:lnTo>
                <a:lnTo>
                  <a:pt x="3083" y="2795"/>
                </a:lnTo>
                <a:lnTo>
                  <a:pt x="3018" y="2874"/>
                </a:lnTo>
                <a:lnTo>
                  <a:pt x="2949" y="2949"/>
                </a:lnTo>
              </a:path>
            </a:pathLst>
          </a:custGeom>
          <a:noFill/>
          <a:ln w="8890">
            <a:solidFill>
              <a:srgbClr val="273E4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2" name="Oval 141"/>
          <p:cNvSpPr/>
          <p:nvPr/>
        </p:nvSpPr>
        <p:spPr>
          <a:xfrm>
            <a:off x="9419268" y="4778347"/>
            <a:ext cx="25603" cy="25603"/>
          </a:xfrm>
          <a:prstGeom prst="ellipse">
            <a:avLst/>
          </a:prstGeom>
          <a:solidFill>
            <a:srgbClr val="41697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3" name="Oval 142"/>
          <p:cNvSpPr/>
          <p:nvPr/>
        </p:nvSpPr>
        <p:spPr>
          <a:xfrm>
            <a:off x="8728406" y="4695501"/>
            <a:ext cx="25603" cy="25603"/>
          </a:xfrm>
          <a:prstGeom prst="ellipse">
            <a:avLst/>
          </a:prstGeom>
          <a:solidFill>
            <a:srgbClr val="41697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4" name="Oval 143"/>
          <p:cNvSpPr/>
          <p:nvPr/>
        </p:nvSpPr>
        <p:spPr>
          <a:xfrm>
            <a:off x="8110006" y="4315737"/>
            <a:ext cx="40233" cy="40233"/>
          </a:xfrm>
          <a:prstGeom prst="ellipse">
            <a:avLst/>
          </a:prstGeom>
          <a:solidFill>
            <a:srgbClr val="73BBD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5" name="Oval 144"/>
          <p:cNvSpPr/>
          <p:nvPr/>
        </p:nvSpPr>
        <p:spPr>
          <a:xfrm>
            <a:off x="7707048" y="3734767"/>
            <a:ext cx="25603" cy="25603"/>
          </a:xfrm>
          <a:prstGeom prst="ellipse">
            <a:avLst/>
          </a:prstGeom>
          <a:solidFill>
            <a:srgbClr val="41697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6" name="Oval 145"/>
          <p:cNvSpPr/>
          <p:nvPr/>
        </p:nvSpPr>
        <p:spPr>
          <a:xfrm>
            <a:off x="7578844" y="3047165"/>
            <a:ext cx="25603" cy="25603"/>
          </a:xfrm>
          <a:prstGeom prst="ellipse">
            <a:avLst/>
          </a:prstGeom>
          <a:solidFill>
            <a:srgbClr val="41697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7" name="Oval 146"/>
          <p:cNvSpPr/>
          <p:nvPr/>
        </p:nvSpPr>
        <p:spPr>
          <a:xfrm>
            <a:off x="7750789" y="2389117"/>
            <a:ext cx="40233" cy="40233"/>
          </a:xfrm>
          <a:prstGeom prst="ellipse">
            <a:avLst/>
          </a:prstGeom>
          <a:solidFill>
            <a:srgbClr val="73BBD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8" name="Oval 147"/>
          <p:cNvSpPr/>
          <p:nvPr/>
        </p:nvSpPr>
        <p:spPr>
          <a:xfrm>
            <a:off x="8209321" y="1911455"/>
            <a:ext cx="25603" cy="25603"/>
          </a:xfrm>
          <a:prstGeom prst="ellipse">
            <a:avLst/>
          </a:prstGeom>
          <a:solidFill>
            <a:srgbClr val="41697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9" name="Oval 148"/>
          <p:cNvSpPr/>
          <p:nvPr/>
        </p:nvSpPr>
        <p:spPr>
          <a:xfrm>
            <a:off x="8843128" y="1688289"/>
            <a:ext cx="25603" cy="25603"/>
          </a:xfrm>
          <a:prstGeom prst="ellipse">
            <a:avLst/>
          </a:prstGeom>
          <a:solidFill>
            <a:srgbClr val="41697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0" name="Oval 149"/>
          <p:cNvSpPr/>
          <p:nvPr/>
        </p:nvSpPr>
        <p:spPr>
          <a:xfrm>
            <a:off x="9526675" y="1763819"/>
            <a:ext cx="40233" cy="40233"/>
          </a:xfrm>
          <a:prstGeom prst="ellipse">
            <a:avLst/>
          </a:prstGeom>
          <a:solidFill>
            <a:srgbClr val="73BBD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1" name="Oval 150"/>
          <p:cNvSpPr/>
          <p:nvPr/>
        </p:nvSpPr>
        <p:spPr>
          <a:xfrm>
            <a:off x="10145074" y="2143584"/>
            <a:ext cx="25603" cy="25603"/>
          </a:xfrm>
          <a:prstGeom prst="ellipse">
            <a:avLst/>
          </a:prstGeom>
          <a:solidFill>
            <a:srgbClr val="41697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2" name="Oval 151"/>
          <p:cNvSpPr/>
          <p:nvPr/>
        </p:nvSpPr>
        <p:spPr>
          <a:xfrm>
            <a:off x="10555348" y="2731869"/>
            <a:ext cx="25603" cy="25603"/>
          </a:xfrm>
          <a:prstGeom prst="ellipse">
            <a:avLst/>
          </a:prstGeom>
          <a:solidFill>
            <a:srgbClr val="41697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3" name="Oval 152"/>
          <p:cNvSpPr/>
          <p:nvPr/>
        </p:nvSpPr>
        <p:spPr>
          <a:xfrm>
            <a:off x="10676236" y="3412156"/>
            <a:ext cx="40233" cy="40233"/>
          </a:xfrm>
          <a:prstGeom prst="ellipse">
            <a:avLst/>
          </a:prstGeom>
          <a:solidFill>
            <a:srgbClr val="73BBD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4" name="Oval 153"/>
          <p:cNvSpPr/>
          <p:nvPr/>
        </p:nvSpPr>
        <p:spPr>
          <a:xfrm>
            <a:off x="10504292" y="4070204"/>
            <a:ext cx="25603" cy="25603"/>
          </a:xfrm>
          <a:prstGeom prst="ellipse">
            <a:avLst/>
          </a:prstGeom>
          <a:solidFill>
            <a:srgbClr val="41697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5" name="Oval 154"/>
          <p:cNvSpPr/>
          <p:nvPr/>
        </p:nvSpPr>
        <p:spPr>
          <a:xfrm>
            <a:off x="10053074" y="4555181"/>
            <a:ext cx="25603" cy="25603"/>
          </a:xfrm>
          <a:prstGeom prst="ellipse">
            <a:avLst/>
          </a:prstGeom>
          <a:solidFill>
            <a:srgbClr val="41697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6" name="Freeform 155"/>
          <p:cNvSpPr/>
          <p:nvPr/>
        </p:nvSpPr>
        <p:spPr>
          <a:xfrm>
            <a:off x="7649266" y="1623264"/>
            <a:ext cx="2981468" cy="3242872"/>
          </a:xfrm>
          <a:custGeom>
            <a:avLst/>
            <a:gdLst/>
            <a:ahLst/>
            <a:cxnLst/>
            <a:rect l="l" t="t" r="r" b="b"/>
            <a:pathLst>
              <a:path w="3262" h="3548">
                <a:moveTo>
                  <a:pt x="2676" y="3339"/>
                </a:moveTo>
                <a:lnTo>
                  <a:pt x="2596" y="3388"/>
                </a:lnTo>
                <a:lnTo>
                  <a:pt x="2511" y="3431"/>
                </a:lnTo>
                <a:lnTo>
                  <a:pt x="2423" y="3468"/>
                </a:lnTo>
                <a:lnTo>
                  <a:pt x="2332" y="3497"/>
                </a:lnTo>
                <a:lnTo>
                  <a:pt x="2238" y="3520"/>
                </a:lnTo>
                <a:lnTo>
                  <a:pt x="2142" y="3537"/>
                </a:lnTo>
                <a:lnTo>
                  <a:pt x="2044" y="3546"/>
                </a:lnTo>
                <a:lnTo>
                  <a:pt x="1944" y="3548"/>
                </a:lnTo>
                <a:lnTo>
                  <a:pt x="1843" y="3543"/>
                </a:lnTo>
                <a:lnTo>
                  <a:pt x="1741" y="3531"/>
                </a:lnTo>
                <a:lnTo>
                  <a:pt x="1638" y="3513"/>
                </a:lnTo>
                <a:lnTo>
                  <a:pt x="1536" y="3487"/>
                </a:lnTo>
                <a:lnTo>
                  <a:pt x="1434" y="3455"/>
                </a:lnTo>
                <a:lnTo>
                  <a:pt x="1333" y="3416"/>
                </a:lnTo>
                <a:lnTo>
                  <a:pt x="1233" y="3370"/>
                </a:lnTo>
                <a:lnTo>
                  <a:pt x="1134" y="3319"/>
                </a:lnTo>
                <a:lnTo>
                  <a:pt x="1038" y="3261"/>
                </a:lnTo>
                <a:lnTo>
                  <a:pt x="943" y="3197"/>
                </a:lnTo>
                <a:lnTo>
                  <a:pt x="852" y="3128"/>
                </a:lnTo>
                <a:lnTo>
                  <a:pt x="763" y="3053"/>
                </a:lnTo>
                <a:lnTo>
                  <a:pt x="678" y="2973"/>
                </a:lnTo>
                <a:lnTo>
                  <a:pt x="597" y="2889"/>
                </a:lnTo>
                <a:lnTo>
                  <a:pt x="520" y="2800"/>
                </a:lnTo>
                <a:lnTo>
                  <a:pt x="447" y="2707"/>
                </a:lnTo>
                <a:lnTo>
                  <a:pt x="379" y="2611"/>
                </a:lnTo>
                <a:lnTo>
                  <a:pt x="316" y="2511"/>
                </a:lnTo>
                <a:lnTo>
                  <a:pt x="258" y="2408"/>
                </a:lnTo>
                <a:lnTo>
                  <a:pt x="205" y="2303"/>
                </a:lnTo>
                <a:lnTo>
                  <a:pt x="158" y="2195"/>
                </a:lnTo>
                <a:lnTo>
                  <a:pt x="117" y="2086"/>
                </a:lnTo>
                <a:lnTo>
                  <a:pt x="82" y="1976"/>
                </a:lnTo>
                <a:lnTo>
                  <a:pt x="53" y="1865"/>
                </a:lnTo>
                <a:lnTo>
                  <a:pt x="30" y="1753"/>
                </a:lnTo>
                <a:lnTo>
                  <a:pt x="14" y="1642"/>
                </a:lnTo>
                <a:lnTo>
                  <a:pt x="4" y="1531"/>
                </a:lnTo>
                <a:lnTo>
                  <a:pt x="0" y="1421"/>
                </a:lnTo>
                <a:lnTo>
                  <a:pt x="3" y="1313"/>
                </a:lnTo>
                <a:lnTo>
                  <a:pt x="12" y="1206"/>
                </a:lnTo>
                <a:lnTo>
                  <a:pt x="28" y="1102"/>
                </a:lnTo>
                <a:lnTo>
                  <a:pt x="49" y="1000"/>
                </a:lnTo>
                <a:lnTo>
                  <a:pt x="78" y="901"/>
                </a:lnTo>
                <a:lnTo>
                  <a:pt x="112" y="806"/>
                </a:lnTo>
                <a:lnTo>
                  <a:pt x="152" y="715"/>
                </a:lnTo>
                <a:lnTo>
                  <a:pt x="198" y="627"/>
                </a:lnTo>
                <a:lnTo>
                  <a:pt x="250" y="545"/>
                </a:lnTo>
                <a:lnTo>
                  <a:pt x="307" y="467"/>
                </a:lnTo>
                <a:lnTo>
                  <a:pt x="370" y="394"/>
                </a:lnTo>
                <a:lnTo>
                  <a:pt x="437" y="327"/>
                </a:lnTo>
                <a:lnTo>
                  <a:pt x="509" y="265"/>
                </a:lnTo>
                <a:lnTo>
                  <a:pt x="586" y="209"/>
                </a:lnTo>
                <a:lnTo>
                  <a:pt x="666" y="160"/>
                </a:lnTo>
                <a:lnTo>
                  <a:pt x="751" y="117"/>
                </a:lnTo>
                <a:lnTo>
                  <a:pt x="839" y="80"/>
                </a:lnTo>
                <a:lnTo>
                  <a:pt x="930" y="51"/>
                </a:lnTo>
                <a:lnTo>
                  <a:pt x="1024" y="28"/>
                </a:lnTo>
                <a:lnTo>
                  <a:pt x="1120" y="11"/>
                </a:lnTo>
                <a:lnTo>
                  <a:pt x="1218" y="2"/>
                </a:lnTo>
                <a:lnTo>
                  <a:pt x="1318" y="0"/>
                </a:lnTo>
                <a:lnTo>
                  <a:pt x="1419" y="5"/>
                </a:lnTo>
                <a:lnTo>
                  <a:pt x="1521" y="17"/>
                </a:lnTo>
                <a:lnTo>
                  <a:pt x="1624" y="35"/>
                </a:lnTo>
                <a:lnTo>
                  <a:pt x="1726" y="61"/>
                </a:lnTo>
                <a:lnTo>
                  <a:pt x="1828" y="93"/>
                </a:lnTo>
                <a:lnTo>
                  <a:pt x="1929" y="132"/>
                </a:lnTo>
                <a:lnTo>
                  <a:pt x="2029" y="178"/>
                </a:lnTo>
                <a:lnTo>
                  <a:pt x="2128" y="229"/>
                </a:lnTo>
                <a:lnTo>
                  <a:pt x="2224" y="287"/>
                </a:lnTo>
                <a:lnTo>
                  <a:pt x="2319" y="351"/>
                </a:lnTo>
                <a:lnTo>
                  <a:pt x="2410" y="420"/>
                </a:lnTo>
                <a:lnTo>
                  <a:pt x="2499" y="495"/>
                </a:lnTo>
                <a:lnTo>
                  <a:pt x="2584" y="575"/>
                </a:lnTo>
                <a:lnTo>
                  <a:pt x="2665" y="659"/>
                </a:lnTo>
                <a:lnTo>
                  <a:pt x="2742" y="748"/>
                </a:lnTo>
                <a:lnTo>
                  <a:pt x="2815" y="841"/>
                </a:lnTo>
                <a:lnTo>
                  <a:pt x="2883" y="937"/>
                </a:lnTo>
                <a:lnTo>
                  <a:pt x="2946" y="1037"/>
                </a:lnTo>
                <a:lnTo>
                  <a:pt x="3004" y="1140"/>
                </a:lnTo>
                <a:lnTo>
                  <a:pt x="3057" y="1245"/>
                </a:lnTo>
                <a:lnTo>
                  <a:pt x="3104" y="1353"/>
                </a:lnTo>
                <a:lnTo>
                  <a:pt x="3145" y="1462"/>
                </a:lnTo>
                <a:lnTo>
                  <a:pt x="3180" y="1572"/>
                </a:lnTo>
                <a:lnTo>
                  <a:pt x="3209" y="1683"/>
                </a:lnTo>
                <a:lnTo>
                  <a:pt x="3232" y="1795"/>
                </a:lnTo>
                <a:lnTo>
                  <a:pt x="3248" y="1906"/>
                </a:lnTo>
                <a:lnTo>
                  <a:pt x="3258" y="2017"/>
                </a:lnTo>
                <a:lnTo>
                  <a:pt x="3262" y="2127"/>
                </a:lnTo>
                <a:lnTo>
                  <a:pt x="3259" y="2235"/>
                </a:lnTo>
                <a:lnTo>
                  <a:pt x="3250" y="2342"/>
                </a:lnTo>
                <a:lnTo>
                  <a:pt x="3234" y="2446"/>
                </a:lnTo>
                <a:lnTo>
                  <a:pt x="3213" y="2548"/>
                </a:lnTo>
                <a:lnTo>
                  <a:pt x="3184" y="2647"/>
                </a:lnTo>
                <a:lnTo>
                  <a:pt x="3150" y="2742"/>
                </a:lnTo>
                <a:lnTo>
                  <a:pt x="3110" y="2833"/>
                </a:lnTo>
                <a:lnTo>
                  <a:pt x="3064" y="2921"/>
                </a:lnTo>
                <a:lnTo>
                  <a:pt x="3012" y="3003"/>
                </a:lnTo>
                <a:lnTo>
                  <a:pt x="2955" y="3081"/>
                </a:lnTo>
                <a:lnTo>
                  <a:pt x="2892" y="3154"/>
                </a:lnTo>
                <a:lnTo>
                  <a:pt x="2825" y="3221"/>
                </a:lnTo>
                <a:lnTo>
                  <a:pt x="2753" y="3283"/>
                </a:lnTo>
                <a:lnTo>
                  <a:pt x="2676" y="3339"/>
                </a:lnTo>
              </a:path>
            </a:pathLst>
          </a:custGeom>
          <a:noFill/>
          <a:ln w="8890">
            <a:solidFill>
              <a:srgbClr val="34335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7" name="Oval 156"/>
          <p:cNvSpPr/>
          <p:nvPr/>
        </p:nvSpPr>
        <p:spPr>
          <a:xfrm>
            <a:off x="8975982" y="4778729"/>
            <a:ext cx="25603" cy="25603"/>
          </a:xfrm>
          <a:prstGeom prst="ellipse">
            <a:avLst/>
          </a:prstGeom>
          <a:solidFill>
            <a:srgbClr val="41697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8" name="Oval 157"/>
          <p:cNvSpPr/>
          <p:nvPr/>
        </p:nvSpPr>
        <p:spPr>
          <a:xfrm>
            <a:off x="8340470" y="4404319"/>
            <a:ext cx="40233" cy="40233"/>
          </a:xfrm>
          <a:prstGeom prst="ellipse">
            <a:avLst/>
          </a:prstGeom>
          <a:solidFill>
            <a:srgbClr val="73BBD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9" name="Oval 158"/>
          <p:cNvSpPr/>
          <p:nvPr/>
        </p:nvSpPr>
        <p:spPr>
          <a:xfrm>
            <a:off x="7874753" y="3811159"/>
            <a:ext cx="25603" cy="25603"/>
          </a:xfrm>
          <a:prstGeom prst="ellipse">
            <a:avLst/>
          </a:prstGeom>
          <a:solidFill>
            <a:srgbClr val="41697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0" name="Oval 159"/>
          <p:cNvSpPr/>
          <p:nvPr/>
        </p:nvSpPr>
        <p:spPr>
          <a:xfrm>
            <a:off x="7650575" y="3096236"/>
            <a:ext cx="25603" cy="25603"/>
          </a:xfrm>
          <a:prstGeom prst="ellipse">
            <a:avLst/>
          </a:prstGeom>
          <a:solidFill>
            <a:srgbClr val="41697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1" name="Oval 160"/>
          <p:cNvSpPr/>
          <p:nvPr/>
        </p:nvSpPr>
        <p:spPr>
          <a:xfrm>
            <a:off x="7712338" y="2401148"/>
            <a:ext cx="40233" cy="40233"/>
          </a:xfrm>
          <a:prstGeom prst="ellipse">
            <a:avLst/>
          </a:prstGeom>
          <a:solidFill>
            <a:srgbClr val="73BBD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2" name="Oval 161"/>
          <p:cNvSpPr/>
          <p:nvPr/>
        </p:nvSpPr>
        <p:spPr>
          <a:xfrm>
            <a:off x="8068304" y="1884063"/>
            <a:ext cx="25603" cy="25603"/>
          </a:xfrm>
          <a:prstGeom prst="ellipse">
            <a:avLst/>
          </a:prstGeom>
          <a:solidFill>
            <a:srgbClr val="41697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3" name="Oval 162"/>
          <p:cNvSpPr/>
          <p:nvPr/>
        </p:nvSpPr>
        <p:spPr>
          <a:xfrm>
            <a:off x="8627475" y="1626899"/>
            <a:ext cx="25603" cy="25603"/>
          </a:xfrm>
          <a:prstGeom prst="ellipse">
            <a:avLst/>
          </a:prstGeom>
          <a:solidFill>
            <a:srgbClr val="41697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4" name="Oval 163"/>
          <p:cNvSpPr/>
          <p:nvPr/>
        </p:nvSpPr>
        <p:spPr>
          <a:xfrm>
            <a:off x="9279099" y="1680592"/>
            <a:ext cx="40233" cy="40233"/>
          </a:xfrm>
          <a:prstGeom prst="ellipse">
            <a:avLst/>
          </a:prstGeom>
          <a:solidFill>
            <a:srgbClr val="73BBD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5" name="Oval 164"/>
          <p:cNvSpPr/>
          <p:nvPr/>
        </p:nvSpPr>
        <p:spPr>
          <a:xfrm>
            <a:off x="9914611" y="2055002"/>
            <a:ext cx="25603" cy="25603"/>
          </a:xfrm>
          <a:prstGeom prst="ellipse">
            <a:avLst/>
          </a:prstGeom>
          <a:solidFill>
            <a:srgbClr val="41697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6" name="Oval 165"/>
          <p:cNvSpPr/>
          <p:nvPr/>
        </p:nvSpPr>
        <p:spPr>
          <a:xfrm>
            <a:off x="10387643" y="2655477"/>
            <a:ext cx="25603" cy="25603"/>
          </a:xfrm>
          <a:prstGeom prst="ellipse">
            <a:avLst/>
          </a:prstGeom>
          <a:solidFill>
            <a:srgbClr val="41697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7" name="Oval 166"/>
          <p:cNvSpPr/>
          <p:nvPr/>
        </p:nvSpPr>
        <p:spPr>
          <a:xfrm>
            <a:off x="10604506" y="3363085"/>
            <a:ext cx="40233" cy="40233"/>
          </a:xfrm>
          <a:prstGeom prst="ellipse">
            <a:avLst/>
          </a:prstGeom>
          <a:solidFill>
            <a:srgbClr val="73BBD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8" name="Oval 167"/>
          <p:cNvSpPr/>
          <p:nvPr/>
        </p:nvSpPr>
        <p:spPr>
          <a:xfrm>
            <a:off x="10542743" y="4058173"/>
            <a:ext cx="25603" cy="25603"/>
          </a:xfrm>
          <a:prstGeom prst="ellipse">
            <a:avLst/>
          </a:prstGeom>
          <a:solidFill>
            <a:srgbClr val="41697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9" name="Oval 168"/>
          <p:cNvSpPr/>
          <p:nvPr/>
        </p:nvSpPr>
        <p:spPr>
          <a:xfrm>
            <a:off x="10194091" y="4582573"/>
            <a:ext cx="25603" cy="25603"/>
          </a:xfrm>
          <a:prstGeom prst="ellipse">
            <a:avLst/>
          </a:prstGeom>
          <a:solidFill>
            <a:srgbClr val="41697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0" name="Oval 169"/>
          <p:cNvSpPr/>
          <p:nvPr/>
        </p:nvSpPr>
        <p:spPr>
          <a:xfrm>
            <a:off x="9627606" y="4832421"/>
            <a:ext cx="40233" cy="40233"/>
          </a:xfrm>
          <a:prstGeom prst="ellipse">
            <a:avLst/>
          </a:prstGeom>
          <a:solidFill>
            <a:srgbClr val="73BBD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1" name="Freeform 170"/>
          <p:cNvSpPr/>
          <p:nvPr/>
        </p:nvSpPr>
        <p:spPr>
          <a:xfrm>
            <a:off x="7800990" y="1358204"/>
            <a:ext cx="2678020" cy="3772992"/>
          </a:xfrm>
          <a:custGeom>
            <a:avLst/>
            <a:gdLst/>
            <a:ahLst/>
            <a:cxnLst/>
            <a:rect l="l" t="t" r="r" b="b"/>
            <a:pathLst>
              <a:path w="2930" h="4128">
                <a:moveTo>
                  <a:pt x="2295" y="4067"/>
                </a:moveTo>
                <a:lnTo>
                  <a:pt x="2217" y="4094"/>
                </a:lnTo>
                <a:lnTo>
                  <a:pt x="2137" y="4114"/>
                </a:lnTo>
                <a:lnTo>
                  <a:pt x="2053" y="4125"/>
                </a:lnTo>
                <a:lnTo>
                  <a:pt x="1968" y="4128"/>
                </a:lnTo>
                <a:lnTo>
                  <a:pt x="1881" y="4123"/>
                </a:lnTo>
                <a:lnTo>
                  <a:pt x="1792" y="4110"/>
                </a:lnTo>
                <a:lnTo>
                  <a:pt x="1701" y="4089"/>
                </a:lnTo>
                <a:lnTo>
                  <a:pt x="1610" y="4060"/>
                </a:lnTo>
                <a:lnTo>
                  <a:pt x="1518" y="4023"/>
                </a:lnTo>
                <a:lnTo>
                  <a:pt x="1426" y="3978"/>
                </a:lnTo>
                <a:lnTo>
                  <a:pt x="1334" y="3926"/>
                </a:lnTo>
                <a:lnTo>
                  <a:pt x="1243" y="3867"/>
                </a:lnTo>
                <a:lnTo>
                  <a:pt x="1152" y="3800"/>
                </a:lnTo>
                <a:lnTo>
                  <a:pt x="1063" y="3726"/>
                </a:lnTo>
                <a:lnTo>
                  <a:pt x="975" y="3646"/>
                </a:lnTo>
                <a:lnTo>
                  <a:pt x="889" y="3560"/>
                </a:lnTo>
                <a:lnTo>
                  <a:pt x="806" y="3467"/>
                </a:lnTo>
                <a:lnTo>
                  <a:pt x="725" y="3370"/>
                </a:lnTo>
                <a:lnTo>
                  <a:pt x="647" y="3267"/>
                </a:lnTo>
                <a:lnTo>
                  <a:pt x="572" y="3159"/>
                </a:lnTo>
                <a:lnTo>
                  <a:pt x="501" y="3047"/>
                </a:lnTo>
                <a:lnTo>
                  <a:pt x="434" y="2931"/>
                </a:lnTo>
                <a:lnTo>
                  <a:pt x="370" y="2812"/>
                </a:lnTo>
                <a:lnTo>
                  <a:pt x="311" y="2689"/>
                </a:lnTo>
                <a:lnTo>
                  <a:pt x="257" y="2564"/>
                </a:lnTo>
                <a:lnTo>
                  <a:pt x="207" y="2438"/>
                </a:lnTo>
                <a:lnTo>
                  <a:pt x="162" y="2309"/>
                </a:lnTo>
                <a:lnTo>
                  <a:pt x="123" y="2180"/>
                </a:lnTo>
                <a:lnTo>
                  <a:pt x="88" y="2051"/>
                </a:lnTo>
                <a:lnTo>
                  <a:pt x="60" y="1921"/>
                </a:lnTo>
                <a:lnTo>
                  <a:pt x="36" y="1792"/>
                </a:lnTo>
                <a:lnTo>
                  <a:pt x="19" y="1664"/>
                </a:lnTo>
                <a:lnTo>
                  <a:pt x="7" y="1538"/>
                </a:lnTo>
                <a:lnTo>
                  <a:pt x="0" y="1413"/>
                </a:lnTo>
                <a:lnTo>
                  <a:pt x="0" y="1292"/>
                </a:lnTo>
                <a:lnTo>
                  <a:pt x="5" y="1173"/>
                </a:lnTo>
                <a:lnTo>
                  <a:pt x="16" y="1058"/>
                </a:lnTo>
                <a:lnTo>
                  <a:pt x="33" y="947"/>
                </a:lnTo>
                <a:lnTo>
                  <a:pt x="56" y="840"/>
                </a:lnTo>
                <a:lnTo>
                  <a:pt x="84" y="738"/>
                </a:lnTo>
                <a:lnTo>
                  <a:pt x="117" y="641"/>
                </a:lnTo>
                <a:lnTo>
                  <a:pt x="156" y="550"/>
                </a:lnTo>
                <a:lnTo>
                  <a:pt x="200" y="465"/>
                </a:lnTo>
                <a:lnTo>
                  <a:pt x="249" y="386"/>
                </a:lnTo>
                <a:lnTo>
                  <a:pt x="303" y="314"/>
                </a:lnTo>
                <a:lnTo>
                  <a:pt x="361" y="249"/>
                </a:lnTo>
                <a:lnTo>
                  <a:pt x="424" y="190"/>
                </a:lnTo>
                <a:lnTo>
                  <a:pt x="491" y="140"/>
                </a:lnTo>
                <a:lnTo>
                  <a:pt x="561" y="97"/>
                </a:lnTo>
                <a:lnTo>
                  <a:pt x="635" y="61"/>
                </a:lnTo>
                <a:lnTo>
                  <a:pt x="713" y="34"/>
                </a:lnTo>
                <a:lnTo>
                  <a:pt x="793" y="14"/>
                </a:lnTo>
                <a:lnTo>
                  <a:pt x="877" y="3"/>
                </a:lnTo>
                <a:lnTo>
                  <a:pt x="962" y="0"/>
                </a:lnTo>
                <a:lnTo>
                  <a:pt x="1049" y="5"/>
                </a:lnTo>
                <a:lnTo>
                  <a:pt x="1138" y="18"/>
                </a:lnTo>
                <a:lnTo>
                  <a:pt x="1229" y="39"/>
                </a:lnTo>
                <a:lnTo>
                  <a:pt x="1320" y="68"/>
                </a:lnTo>
                <a:lnTo>
                  <a:pt x="1412" y="105"/>
                </a:lnTo>
                <a:lnTo>
                  <a:pt x="1504" y="150"/>
                </a:lnTo>
                <a:lnTo>
                  <a:pt x="1596" y="202"/>
                </a:lnTo>
                <a:lnTo>
                  <a:pt x="1687" y="261"/>
                </a:lnTo>
                <a:lnTo>
                  <a:pt x="1778" y="328"/>
                </a:lnTo>
                <a:lnTo>
                  <a:pt x="1867" y="402"/>
                </a:lnTo>
                <a:lnTo>
                  <a:pt x="1955" y="482"/>
                </a:lnTo>
                <a:lnTo>
                  <a:pt x="2041" y="568"/>
                </a:lnTo>
                <a:lnTo>
                  <a:pt x="2124" y="661"/>
                </a:lnTo>
                <a:lnTo>
                  <a:pt x="2205" y="758"/>
                </a:lnTo>
                <a:lnTo>
                  <a:pt x="2283" y="861"/>
                </a:lnTo>
                <a:lnTo>
                  <a:pt x="2358" y="969"/>
                </a:lnTo>
                <a:lnTo>
                  <a:pt x="2429" y="1081"/>
                </a:lnTo>
                <a:lnTo>
                  <a:pt x="2496" y="1197"/>
                </a:lnTo>
                <a:lnTo>
                  <a:pt x="2560" y="1316"/>
                </a:lnTo>
                <a:lnTo>
                  <a:pt x="2619" y="1439"/>
                </a:lnTo>
                <a:lnTo>
                  <a:pt x="2673" y="1564"/>
                </a:lnTo>
                <a:lnTo>
                  <a:pt x="2723" y="1690"/>
                </a:lnTo>
                <a:lnTo>
                  <a:pt x="2768" y="1819"/>
                </a:lnTo>
                <a:lnTo>
                  <a:pt x="2807" y="1948"/>
                </a:lnTo>
                <a:lnTo>
                  <a:pt x="2842" y="2077"/>
                </a:lnTo>
                <a:lnTo>
                  <a:pt x="2870" y="2207"/>
                </a:lnTo>
                <a:lnTo>
                  <a:pt x="2894" y="2336"/>
                </a:lnTo>
                <a:lnTo>
                  <a:pt x="2911" y="2464"/>
                </a:lnTo>
                <a:lnTo>
                  <a:pt x="2923" y="2590"/>
                </a:lnTo>
                <a:lnTo>
                  <a:pt x="2930" y="2715"/>
                </a:lnTo>
                <a:lnTo>
                  <a:pt x="2930" y="2836"/>
                </a:lnTo>
                <a:lnTo>
                  <a:pt x="2925" y="2955"/>
                </a:lnTo>
                <a:lnTo>
                  <a:pt x="2914" y="3070"/>
                </a:lnTo>
                <a:lnTo>
                  <a:pt x="2897" y="3181"/>
                </a:lnTo>
                <a:lnTo>
                  <a:pt x="2874" y="3288"/>
                </a:lnTo>
                <a:lnTo>
                  <a:pt x="2846" y="3390"/>
                </a:lnTo>
                <a:lnTo>
                  <a:pt x="2813" y="3487"/>
                </a:lnTo>
                <a:lnTo>
                  <a:pt x="2774" y="3578"/>
                </a:lnTo>
                <a:lnTo>
                  <a:pt x="2730" y="3663"/>
                </a:lnTo>
                <a:lnTo>
                  <a:pt x="2681" y="3742"/>
                </a:lnTo>
                <a:lnTo>
                  <a:pt x="2627" y="3814"/>
                </a:lnTo>
                <a:lnTo>
                  <a:pt x="2569" y="3879"/>
                </a:lnTo>
                <a:lnTo>
                  <a:pt x="2506" y="3938"/>
                </a:lnTo>
                <a:lnTo>
                  <a:pt x="2439" y="3988"/>
                </a:lnTo>
                <a:lnTo>
                  <a:pt x="2369" y="4031"/>
                </a:lnTo>
                <a:lnTo>
                  <a:pt x="2295" y="4067"/>
                </a:lnTo>
              </a:path>
            </a:pathLst>
          </a:custGeom>
          <a:noFill/>
          <a:ln w="8890">
            <a:solidFill>
              <a:srgbClr val="273E4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2" name="Oval 171"/>
          <p:cNvSpPr/>
          <p:nvPr/>
        </p:nvSpPr>
        <p:spPr>
          <a:xfrm>
            <a:off x="8653899" y="4651212"/>
            <a:ext cx="40233" cy="40233"/>
          </a:xfrm>
          <a:prstGeom prst="ellipse">
            <a:avLst/>
          </a:prstGeom>
          <a:solidFill>
            <a:srgbClr val="A193D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3" name="Oval 172"/>
          <p:cNvSpPr/>
          <p:nvPr/>
        </p:nvSpPr>
        <p:spPr>
          <a:xfrm>
            <a:off x="8163213" y="3980331"/>
            <a:ext cx="25603" cy="25603"/>
          </a:xfrm>
          <a:prstGeom prst="ellipse">
            <a:avLst/>
          </a:prstGeom>
          <a:solidFill>
            <a:srgbClr val="5A548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4" name="Oval 173"/>
          <p:cNvSpPr/>
          <p:nvPr/>
        </p:nvSpPr>
        <p:spPr>
          <a:xfrm>
            <a:off x="7856933" y="3154180"/>
            <a:ext cx="25603" cy="25603"/>
          </a:xfrm>
          <a:prstGeom prst="ellipse">
            <a:avLst/>
          </a:prstGeom>
          <a:solidFill>
            <a:srgbClr val="5A548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5" name="Oval 174"/>
          <p:cNvSpPr/>
          <p:nvPr/>
        </p:nvSpPr>
        <p:spPr>
          <a:xfrm>
            <a:off x="7795722" y="2336388"/>
            <a:ext cx="40233" cy="40233"/>
          </a:xfrm>
          <a:prstGeom prst="ellipse">
            <a:avLst/>
          </a:prstGeom>
          <a:solidFill>
            <a:srgbClr val="A193D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6" name="Oval 175"/>
          <p:cNvSpPr/>
          <p:nvPr/>
        </p:nvSpPr>
        <p:spPr>
          <a:xfrm>
            <a:off x="8012199" y="1709425"/>
            <a:ext cx="25603" cy="25603"/>
          </a:xfrm>
          <a:prstGeom prst="ellipse">
            <a:avLst/>
          </a:prstGeom>
          <a:solidFill>
            <a:srgbClr val="5A548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7" name="Oval 176"/>
          <p:cNvSpPr/>
          <p:nvPr/>
        </p:nvSpPr>
        <p:spPr>
          <a:xfrm>
            <a:off x="8442993" y="1376973"/>
            <a:ext cx="25603" cy="25603"/>
          </a:xfrm>
          <a:prstGeom prst="ellipse">
            <a:avLst/>
          </a:prstGeom>
          <a:solidFill>
            <a:srgbClr val="5A548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8" name="Oval 177"/>
          <p:cNvSpPr/>
          <p:nvPr/>
        </p:nvSpPr>
        <p:spPr>
          <a:xfrm>
            <a:off x="9002779" y="1404878"/>
            <a:ext cx="40233" cy="40233"/>
          </a:xfrm>
          <a:prstGeom prst="ellipse">
            <a:avLst/>
          </a:prstGeom>
          <a:solidFill>
            <a:srgbClr val="A193D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9" name="Oval 178"/>
          <p:cNvSpPr/>
          <p:nvPr/>
        </p:nvSpPr>
        <p:spPr>
          <a:xfrm>
            <a:off x="9601181" y="1808109"/>
            <a:ext cx="25603" cy="25603"/>
          </a:xfrm>
          <a:prstGeom prst="ellipse">
            <a:avLst/>
          </a:prstGeom>
          <a:solidFill>
            <a:srgbClr val="5A548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0" name="Oval 179"/>
          <p:cNvSpPr/>
          <p:nvPr/>
        </p:nvSpPr>
        <p:spPr>
          <a:xfrm>
            <a:off x="10099183" y="2486305"/>
            <a:ext cx="25603" cy="25603"/>
          </a:xfrm>
          <a:prstGeom prst="ellipse">
            <a:avLst/>
          </a:prstGeom>
          <a:solidFill>
            <a:srgbClr val="5A548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1" name="Oval 180"/>
          <p:cNvSpPr/>
          <p:nvPr/>
        </p:nvSpPr>
        <p:spPr>
          <a:xfrm>
            <a:off x="10398148" y="3305141"/>
            <a:ext cx="40233" cy="40233"/>
          </a:xfrm>
          <a:prstGeom prst="ellipse">
            <a:avLst/>
          </a:prstGeom>
          <a:solidFill>
            <a:srgbClr val="A193D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2" name="Oval 181"/>
          <p:cNvSpPr/>
          <p:nvPr/>
        </p:nvSpPr>
        <p:spPr>
          <a:xfrm>
            <a:off x="10459359" y="4122933"/>
            <a:ext cx="25603" cy="25603"/>
          </a:xfrm>
          <a:prstGeom prst="ellipse">
            <a:avLst/>
          </a:prstGeom>
          <a:solidFill>
            <a:srgbClr val="5A548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3" name="Oval 182"/>
          <p:cNvSpPr/>
          <p:nvPr/>
        </p:nvSpPr>
        <p:spPr>
          <a:xfrm>
            <a:off x="10250197" y="4757210"/>
            <a:ext cx="25603" cy="25603"/>
          </a:xfrm>
          <a:prstGeom prst="ellipse">
            <a:avLst/>
          </a:prstGeom>
          <a:solidFill>
            <a:srgbClr val="5A548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4" name="Oval 183"/>
          <p:cNvSpPr/>
          <p:nvPr/>
        </p:nvSpPr>
        <p:spPr>
          <a:xfrm>
            <a:off x="9812088" y="5082347"/>
            <a:ext cx="40233" cy="40233"/>
          </a:xfrm>
          <a:prstGeom prst="ellipse">
            <a:avLst/>
          </a:prstGeom>
          <a:solidFill>
            <a:srgbClr val="A193D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5" name="Oval 184"/>
          <p:cNvSpPr/>
          <p:nvPr/>
        </p:nvSpPr>
        <p:spPr>
          <a:xfrm>
            <a:off x="9252302" y="5054443"/>
            <a:ext cx="25603" cy="25603"/>
          </a:xfrm>
          <a:prstGeom prst="ellipse">
            <a:avLst/>
          </a:prstGeom>
          <a:solidFill>
            <a:srgbClr val="5A548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6" name="Freeform 185"/>
          <p:cNvSpPr/>
          <p:nvPr/>
        </p:nvSpPr>
        <p:spPr>
          <a:xfrm>
            <a:off x="8364014" y="1354548"/>
            <a:ext cx="1551972" cy="3780304"/>
          </a:xfrm>
          <a:custGeom>
            <a:avLst/>
            <a:gdLst/>
            <a:ahLst/>
            <a:cxnLst/>
            <a:rect l="l" t="t" r="r" b="b"/>
            <a:pathLst>
              <a:path w="1698" h="4136">
                <a:moveTo>
                  <a:pt x="1259" y="4131"/>
                </a:moveTo>
                <a:lnTo>
                  <a:pt x="1212" y="4136"/>
                </a:lnTo>
                <a:lnTo>
                  <a:pt x="1163" y="4133"/>
                </a:lnTo>
                <a:lnTo>
                  <a:pt x="1113" y="4122"/>
                </a:lnTo>
                <a:lnTo>
                  <a:pt x="1062" y="4103"/>
                </a:lnTo>
                <a:lnTo>
                  <a:pt x="1010" y="4076"/>
                </a:lnTo>
                <a:lnTo>
                  <a:pt x="957" y="4041"/>
                </a:lnTo>
                <a:lnTo>
                  <a:pt x="904" y="3998"/>
                </a:lnTo>
                <a:lnTo>
                  <a:pt x="851" y="3947"/>
                </a:lnTo>
                <a:lnTo>
                  <a:pt x="797" y="3889"/>
                </a:lnTo>
                <a:lnTo>
                  <a:pt x="744" y="3824"/>
                </a:lnTo>
                <a:lnTo>
                  <a:pt x="692" y="3752"/>
                </a:lnTo>
                <a:lnTo>
                  <a:pt x="639" y="3673"/>
                </a:lnTo>
                <a:lnTo>
                  <a:pt x="588" y="3588"/>
                </a:lnTo>
                <a:lnTo>
                  <a:pt x="538" y="3497"/>
                </a:lnTo>
                <a:lnTo>
                  <a:pt x="489" y="3400"/>
                </a:lnTo>
                <a:lnTo>
                  <a:pt x="441" y="3298"/>
                </a:lnTo>
                <a:lnTo>
                  <a:pt x="396" y="3191"/>
                </a:lnTo>
                <a:lnTo>
                  <a:pt x="351" y="3080"/>
                </a:lnTo>
                <a:lnTo>
                  <a:pt x="309" y="2965"/>
                </a:lnTo>
                <a:lnTo>
                  <a:pt x="269" y="2846"/>
                </a:lnTo>
                <a:lnTo>
                  <a:pt x="231" y="2724"/>
                </a:lnTo>
                <a:lnTo>
                  <a:pt x="196" y="2600"/>
                </a:lnTo>
                <a:lnTo>
                  <a:pt x="163" y="2473"/>
                </a:lnTo>
                <a:lnTo>
                  <a:pt x="133" y="2345"/>
                </a:lnTo>
                <a:lnTo>
                  <a:pt x="106" y="2216"/>
                </a:lnTo>
                <a:lnTo>
                  <a:pt x="82" y="2086"/>
                </a:lnTo>
                <a:lnTo>
                  <a:pt x="60" y="1956"/>
                </a:lnTo>
                <a:lnTo>
                  <a:pt x="42" y="1827"/>
                </a:lnTo>
                <a:lnTo>
                  <a:pt x="27" y="1698"/>
                </a:lnTo>
                <a:lnTo>
                  <a:pt x="15" y="1571"/>
                </a:lnTo>
                <a:lnTo>
                  <a:pt x="7" y="1446"/>
                </a:lnTo>
                <a:lnTo>
                  <a:pt x="2" y="1323"/>
                </a:lnTo>
                <a:lnTo>
                  <a:pt x="0" y="1204"/>
                </a:lnTo>
                <a:lnTo>
                  <a:pt x="2" y="1087"/>
                </a:lnTo>
                <a:lnTo>
                  <a:pt x="7" y="975"/>
                </a:lnTo>
                <a:lnTo>
                  <a:pt x="15" y="867"/>
                </a:lnTo>
                <a:lnTo>
                  <a:pt x="26" y="763"/>
                </a:lnTo>
                <a:lnTo>
                  <a:pt x="41" y="665"/>
                </a:lnTo>
                <a:lnTo>
                  <a:pt x="59" y="573"/>
                </a:lnTo>
                <a:lnTo>
                  <a:pt x="80" y="486"/>
                </a:lnTo>
                <a:lnTo>
                  <a:pt x="104" y="405"/>
                </a:lnTo>
                <a:lnTo>
                  <a:pt x="131" y="331"/>
                </a:lnTo>
                <a:lnTo>
                  <a:pt x="161" y="264"/>
                </a:lnTo>
                <a:lnTo>
                  <a:pt x="194" y="204"/>
                </a:lnTo>
                <a:lnTo>
                  <a:pt x="229" y="152"/>
                </a:lnTo>
                <a:lnTo>
                  <a:pt x="267" y="106"/>
                </a:lnTo>
                <a:lnTo>
                  <a:pt x="307" y="69"/>
                </a:lnTo>
                <a:lnTo>
                  <a:pt x="349" y="40"/>
                </a:lnTo>
                <a:lnTo>
                  <a:pt x="393" y="18"/>
                </a:lnTo>
                <a:lnTo>
                  <a:pt x="439" y="5"/>
                </a:lnTo>
                <a:lnTo>
                  <a:pt x="486" y="0"/>
                </a:lnTo>
                <a:lnTo>
                  <a:pt x="535" y="3"/>
                </a:lnTo>
                <a:lnTo>
                  <a:pt x="585" y="14"/>
                </a:lnTo>
                <a:lnTo>
                  <a:pt x="636" y="33"/>
                </a:lnTo>
                <a:lnTo>
                  <a:pt x="688" y="60"/>
                </a:lnTo>
                <a:lnTo>
                  <a:pt x="741" y="95"/>
                </a:lnTo>
                <a:lnTo>
                  <a:pt x="794" y="138"/>
                </a:lnTo>
                <a:lnTo>
                  <a:pt x="847" y="189"/>
                </a:lnTo>
                <a:lnTo>
                  <a:pt x="901" y="247"/>
                </a:lnTo>
                <a:lnTo>
                  <a:pt x="954" y="312"/>
                </a:lnTo>
                <a:lnTo>
                  <a:pt x="1006" y="384"/>
                </a:lnTo>
                <a:lnTo>
                  <a:pt x="1059" y="463"/>
                </a:lnTo>
                <a:lnTo>
                  <a:pt x="1110" y="548"/>
                </a:lnTo>
                <a:lnTo>
                  <a:pt x="1160" y="639"/>
                </a:lnTo>
                <a:lnTo>
                  <a:pt x="1209" y="736"/>
                </a:lnTo>
                <a:lnTo>
                  <a:pt x="1257" y="838"/>
                </a:lnTo>
                <a:lnTo>
                  <a:pt x="1302" y="945"/>
                </a:lnTo>
                <a:lnTo>
                  <a:pt x="1347" y="1056"/>
                </a:lnTo>
                <a:lnTo>
                  <a:pt x="1389" y="1171"/>
                </a:lnTo>
                <a:lnTo>
                  <a:pt x="1429" y="1290"/>
                </a:lnTo>
                <a:lnTo>
                  <a:pt x="1467" y="1412"/>
                </a:lnTo>
                <a:lnTo>
                  <a:pt x="1502" y="1536"/>
                </a:lnTo>
                <a:lnTo>
                  <a:pt x="1535" y="1663"/>
                </a:lnTo>
                <a:lnTo>
                  <a:pt x="1565" y="1791"/>
                </a:lnTo>
                <a:lnTo>
                  <a:pt x="1592" y="1920"/>
                </a:lnTo>
                <a:lnTo>
                  <a:pt x="1616" y="2050"/>
                </a:lnTo>
                <a:lnTo>
                  <a:pt x="1638" y="2180"/>
                </a:lnTo>
                <a:lnTo>
                  <a:pt x="1656" y="2309"/>
                </a:lnTo>
                <a:lnTo>
                  <a:pt x="1671" y="2438"/>
                </a:lnTo>
                <a:lnTo>
                  <a:pt x="1683" y="2565"/>
                </a:lnTo>
                <a:lnTo>
                  <a:pt x="1691" y="2690"/>
                </a:lnTo>
                <a:lnTo>
                  <a:pt x="1696" y="2813"/>
                </a:lnTo>
                <a:lnTo>
                  <a:pt x="1698" y="2932"/>
                </a:lnTo>
                <a:lnTo>
                  <a:pt x="1696" y="3049"/>
                </a:lnTo>
                <a:lnTo>
                  <a:pt x="1691" y="3161"/>
                </a:lnTo>
                <a:lnTo>
                  <a:pt x="1683" y="3269"/>
                </a:lnTo>
                <a:lnTo>
                  <a:pt x="1672" y="3373"/>
                </a:lnTo>
                <a:lnTo>
                  <a:pt x="1657" y="3471"/>
                </a:lnTo>
                <a:lnTo>
                  <a:pt x="1639" y="3563"/>
                </a:lnTo>
                <a:lnTo>
                  <a:pt x="1618" y="3650"/>
                </a:lnTo>
                <a:lnTo>
                  <a:pt x="1594" y="3731"/>
                </a:lnTo>
                <a:lnTo>
                  <a:pt x="1567" y="3805"/>
                </a:lnTo>
                <a:lnTo>
                  <a:pt x="1537" y="3872"/>
                </a:lnTo>
                <a:lnTo>
                  <a:pt x="1504" y="3932"/>
                </a:lnTo>
                <a:lnTo>
                  <a:pt x="1469" y="3984"/>
                </a:lnTo>
                <a:lnTo>
                  <a:pt x="1431" y="4030"/>
                </a:lnTo>
                <a:lnTo>
                  <a:pt x="1391" y="4067"/>
                </a:lnTo>
                <a:lnTo>
                  <a:pt x="1349" y="4096"/>
                </a:lnTo>
                <a:lnTo>
                  <a:pt x="1305" y="4118"/>
                </a:lnTo>
                <a:lnTo>
                  <a:pt x="1259" y="4131"/>
                </a:lnTo>
              </a:path>
            </a:pathLst>
          </a:custGeom>
          <a:noFill/>
          <a:ln w="8890">
            <a:solidFill>
              <a:srgbClr val="34335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7" name="Oval 186"/>
          <p:cNvSpPr/>
          <p:nvPr/>
        </p:nvSpPr>
        <p:spPr>
          <a:xfrm>
            <a:off x="8683096" y="4176907"/>
            <a:ext cx="25603" cy="25603"/>
          </a:xfrm>
          <a:prstGeom prst="ellipse">
            <a:avLst/>
          </a:prstGeom>
          <a:solidFill>
            <a:srgbClr val="41697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8" name="Oval 187"/>
          <p:cNvSpPr/>
          <p:nvPr/>
        </p:nvSpPr>
        <p:spPr>
          <a:xfrm>
            <a:off x="8452475" y="3372242"/>
            <a:ext cx="25603" cy="25603"/>
          </a:xfrm>
          <a:prstGeom prst="ellipse">
            <a:avLst/>
          </a:prstGeom>
          <a:solidFill>
            <a:srgbClr val="41697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9" name="Oval 188"/>
          <p:cNvSpPr/>
          <p:nvPr/>
        </p:nvSpPr>
        <p:spPr>
          <a:xfrm>
            <a:off x="8348968" y="2532745"/>
            <a:ext cx="40233" cy="40233"/>
          </a:xfrm>
          <a:prstGeom prst="ellipse">
            <a:avLst/>
          </a:prstGeom>
          <a:solidFill>
            <a:srgbClr val="73BBD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0" name="Oval 189"/>
          <p:cNvSpPr/>
          <p:nvPr/>
        </p:nvSpPr>
        <p:spPr>
          <a:xfrm>
            <a:off x="8413572" y="1845188"/>
            <a:ext cx="25603" cy="25603"/>
          </a:xfrm>
          <a:prstGeom prst="ellipse">
            <a:avLst/>
          </a:prstGeom>
          <a:solidFill>
            <a:srgbClr val="41697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1" name="Oval 190"/>
          <p:cNvSpPr/>
          <p:nvPr/>
        </p:nvSpPr>
        <p:spPr>
          <a:xfrm>
            <a:off x="8612996" y="1425251"/>
            <a:ext cx="25603" cy="25603"/>
          </a:xfrm>
          <a:prstGeom prst="ellipse">
            <a:avLst/>
          </a:prstGeom>
          <a:solidFill>
            <a:srgbClr val="41697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2" name="Oval 191"/>
          <p:cNvSpPr/>
          <p:nvPr/>
        </p:nvSpPr>
        <p:spPr>
          <a:xfrm>
            <a:off x="8907741" y="1356109"/>
            <a:ext cx="40233" cy="40233"/>
          </a:xfrm>
          <a:prstGeom prst="ellipse">
            <a:avLst/>
          </a:prstGeom>
          <a:solidFill>
            <a:srgbClr val="73BBD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3" name="Oval 192"/>
          <p:cNvSpPr/>
          <p:nvPr/>
        </p:nvSpPr>
        <p:spPr>
          <a:xfrm>
            <a:off x="9259926" y="1671953"/>
            <a:ext cx="25603" cy="25603"/>
          </a:xfrm>
          <a:prstGeom prst="ellipse">
            <a:avLst/>
          </a:prstGeom>
          <a:solidFill>
            <a:srgbClr val="41697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4" name="Oval 193"/>
          <p:cNvSpPr/>
          <p:nvPr/>
        </p:nvSpPr>
        <p:spPr>
          <a:xfrm>
            <a:off x="9579300" y="2289729"/>
            <a:ext cx="25603" cy="25603"/>
          </a:xfrm>
          <a:prstGeom prst="ellipse">
            <a:avLst/>
          </a:prstGeom>
          <a:solidFill>
            <a:srgbClr val="41697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5" name="Oval 194"/>
          <p:cNvSpPr/>
          <p:nvPr/>
        </p:nvSpPr>
        <p:spPr>
          <a:xfrm>
            <a:off x="9802606" y="3087079"/>
            <a:ext cx="40233" cy="40233"/>
          </a:xfrm>
          <a:prstGeom prst="ellipse">
            <a:avLst/>
          </a:prstGeom>
          <a:solidFill>
            <a:srgbClr val="73BBD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6" name="Oval 195"/>
          <p:cNvSpPr/>
          <p:nvPr/>
        </p:nvSpPr>
        <p:spPr>
          <a:xfrm>
            <a:off x="9906113" y="3926575"/>
            <a:ext cx="25603" cy="25603"/>
          </a:xfrm>
          <a:prstGeom prst="ellipse">
            <a:avLst/>
          </a:prstGeom>
          <a:solidFill>
            <a:srgbClr val="41697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7" name="Oval 196"/>
          <p:cNvSpPr/>
          <p:nvPr/>
        </p:nvSpPr>
        <p:spPr>
          <a:xfrm>
            <a:off x="9848823" y="4621448"/>
            <a:ext cx="25603" cy="25603"/>
          </a:xfrm>
          <a:prstGeom prst="ellipse">
            <a:avLst/>
          </a:prstGeom>
          <a:solidFill>
            <a:srgbClr val="41697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8" name="Oval 197"/>
          <p:cNvSpPr/>
          <p:nvPr/>
        </p:nvSpPr>
        <p:spPr>
          <a:xfrm>
            <a:off x="9642084" y="5034070"/>
            <a:ext cx="40233" cy="40233"/>
          </a:xfrm>
          <a:prstGeom prst="ellipse">
            <a:avLst/>
          </a:prstGeom>
          <a:solidFill>
            <a:srgbClr val="73BBD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9" name="Oval 198"/>
          <p:cNvSpPr/>
          <p:nvPr/>
        </p:nvSpPr>
        <p:spPr>
          <a:xfrm>
            <a:off x="9347339" y="5103212"/>
            <a:ext cx="25603" cy="25603"/>
          </a:xfrm>
          <a:prstGeom prst="ellipse">
            <a:avLst/>
          </a:prstGeom>
          <a:solidFill>
            <a:srgbClr val="41697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0" name="Oval 199"/>
          <p:cNvSpPr/>
          <p:nvPr/>
        </p:nvSpPr>
        <p:spPr>
          <a:xfrm>
            <a:off x="9002470" y="4794683"/>
            <a:ext cx="25603" cy="25603"/>
          </a:xfrm>
          <a:prstGeom prst="ellipse">
            <a:avLst/>
          </a:prstGeom>
          <a:solidFill>
            <a:srgbClr val="41697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1" name="Freeform 200"/>
          <p:cNvSpPr/>
          <p:nvPr/>
        </p:nvSpPr>
        <p:spPr>
          <a:xfrm>
            <a:off x="8327454" y="1594016"/>
            <a:ext cx="1625092" cy="3301368"/>
          </a:xfrm>
          <a:custGeom>
            <a:avLst/>
            <a:gdLst/>
            <a:ahLst/>
            <a:cxnLst/>
            <a:rect l="l" t="t" r="r" b="b"/>
            <a:pathLst>
              <a:path w="1778" h="3612">
                <a:moveTo>
                  <a:pt x="889" y="3612"/>
                </a:moveTo>
                <a:lnTo>
                  <a:pt x="833" y="3609"/>
                </a:lnTo>
                <a:lnTo>
                  <a:pt x="778" y="3598"/>
                </a:lnTo>
                <a:lnTo>
                  <a:pt x="722" y="3580"/>
                </a:lnTo>
                <a:lnTo>
                  <a:pt x="668" y="3555"/>
                </a:lnTo>
                <a:lnTo>
                  <a:pt x="614" y="3524"/>
                </a:lnTo>
                <a:lnTo>
                  <a:pt x="562" y="3485"/>
                </a:lnTo>
                <a:lnTo>
                  <a:pt x="511" y="3440"/>
                </a:lnTo>
                <a:lnTo>
                  <a:pt x="461" y="3389"/>
                </a:lnTo>
                <a:lnTo>
                  <a:pt x="413" y="3331"/>
                </a:lnTo>
                <a:lnTo>
                  <a:pt x="367" y="3267"/>
                </a:lnTo>
                <a:lnTo>
                  <a:pt x="322" y="3198"/>
                </a:lnTo>
                <a:lnTo>
                  <a:pt x="281" y="3123"/>
                </a:lnTo>
                <a:lnTo>
                  <a:pt x="241" y="3042"/>
                </a:lnTo>
                <a:lnTo>
                  <a:pt x="204" y="2957"/>
                </a:lnTo>
                <a:lnTo>
                  <a:pt x="170" y="2868"/>
                </a:lnTo>
                <a:lnTo>
                  <a:pt x="139" y="2774"/>
                </a:lnTo>
                <a:lnTo>
                  <a:pt x="110" y="2676"/>
                </a:lnTo>
                <a:lnTo>
                  <a:pt x="85" y="2575"/>
                </a:lnTo>
                <a:lnTo>
                  <a:pt x="63" y="2471"/>
                </a:lnTo>
                <a:lnTo>
                  <a:pt x="44" y="2364"/>
                </a:lnTo>
                <a:lnTo>
                  <a:pt x="28" y="2255"/>
                </a:lnTo>
                <a:lnTo>
                  <a:pt x="16" y="2144"/>
                </a:lnTo>
                <a:lnTo>
                  <a:pt x="7" y="2032"/>
                </a:lnTo>
                <a:lnTo>
                  <a:pt x="2" y="1919"/>
                </a:lnTo>
                <a:lnTo>
                  <a:pt x="0" y="1806"/>
                </a:lnTo>
                <a:lnTo>
                  <a:pt x="2" y="1693"/>
                </a:lnTo>
                <a:lnTo>
                  <a:pt x="7" y="1580"/>
                </a:lnTo>
                <a:lnTo>
                  <a:pt x="16" y="1468"/>
                </a:lnTo>
                <a:lnTo>
                  <a:pt x="28" y="1357"/>
                </a:lnTo>
                <a:lnTo>
                  <a:pt x="44" y="1248"/>
                </a:lnTo>
                <a:lnTo>
                  <a:pt x="63" y="1141"/>
                </a:lnTo>
                <a:lnTo>
                  <a:pt x="85" y="1037"/>
                </a:lnTo>
                <a:lnTo>
                  <a:pt x="110" y="936"/>
                </a:lnTo>
                <a:lnTo>
                  <a:pt x="139" y="838"/>
                </a:lnTo>
                <a:lnTo>
                  <a:pt x="170" y="744"/>
                </a:lnTo>
                <a:lnTo>
                  <a:pt x="204" y="655"/>
                </a:lnTo>
                <a:lnTo>
                  <a:pt x="241" y="570"/>
                </a:lnTo>
                <a:lnTo>
                  <a:pt x="281" y="489"/>
                </a:lnTo>
                <a:lnTo>
                  <a:pt x="322" y="414"/>
                </a:lnTo>
                <a:lnTo>
                  <a:pt x="367" y="345"/>
                </a:lnTo>
                <a:lnTo>
                  <a:pt x="413" y="281"/>
                </a:lnTo>
                <a:lnTo>
                  <a:pt x="461" y="223"/>
                </a:lnTo>
                <a:lnTo>
                  <a:pt x="511" y="172"/>
                </a:lnTo>
                <a:lnTo>
                  <a:pt x="562" y="127"/>
                </a:lnTo>
                <a:lnTo>
                  <a:pt x="614" y="88"/>
                </a:lnTo>
                <a:lnTo>
                  <a:pt x="668" y="57"/>
                </a:lnTo>
                <a:lnTo>
                  <a:pt x="722" y="32"/>
                </a:lnTo>
                <a:lnTo>
                  <a:pt x="778" y="14"/>
                </a:lnTo>
                <a:lnTo>
                  <a:pt x="833" y="3"/>
                </a:lnTo>
                <a:lnTo>
                  <a:pt x="889" y="0"/>
                </a:lnTo>
                <a:lnTo>
                  <a:pt x="945" y="3"/>
                </a:lnTo>
                <a:lnTo>
                  <a:pt x="1000" y="14"/>
                </a:lnTo>
                <a:lnTo>
                  <a:pt x="1056" y="32"/>
                </a:lnTo>
                <a:lnTo>
                  <a:pt x="1110" y="57"/>
                </a:lnTo>
                <a:lnTo>
                  <a:pt x="1164" y="88"/>
                </a:lnTo>
                <a:lnTo>
                  <a:pt x="1216" y="127"/>
                </a:lnTo>
                <a:lnTo>
                  <a:pt x="1267" y="172"/>
                </a:lnTo>
                <a:lnTo>
                  <a:pt x="1317" y="223"/>
                </a:lnTo>
                <a:lnTo>
                  <a:pt x="1365" y="281"/>
                </a:lnTo>
                <a:lnTo>
                  <a:pt x="1411" y="345"/>
                </a:lnTo>
                <a:lnTo>
                  <a:pt x="1456" y="414"/>
                </a:lnTo>
                <a:lnTo>
                  <a:pt x="1497" y="489"/>
                </a:lnTo>
                <a:lnTo>
                  <a:pt x="1537" y="570"/>
                </a:lnTo>
                <a:lnTo>
                  <a:pt x="1574" y="655"/>
                </a:lnTo>
                <a:lnTo>
                  <a:pt x="1608" y="744"/>
                </a:lnTo>
                <a:lnTo>
                  <a:pt x="1639" y="838"/>
                </a:lnTo>
                <a:lnTo>
                  <a:pt x="1668" y="936"/>
                </a:lnTo>
                <a:lnTo>
                  <a:pt x="1693" y="1037"/>
                </a:lnTo>
                <a:lnTo>
                  <a:pt x="1715" y="1141"/>
                </a:lnTo>
                <a:lnTo>
                  <a:pt x="1734" y="1248"/>
                </a:lnTo>
                <a:lnTo>
                  <a:pt x="1750" y="1357"/>
                </a:lnTo>
                <a:lnTo>
                  <a:pt x="1762" y="1468"/>
                </a:lnTo>
                <a:lnTo>
                  <a:pt x="1771" y="1580"/>
                </a:lnTo>
                <a:lnTo>
                  <a:pt x="1776" y="1693"/>
                </a:lnTo>
                <a:lnTo>
                  <a:pt x="1778" y="1806"/>
                </a:lnTo>
                <a:lnTo>
                  <a:pt x="1776" y="1919"/>
                </a:lnTo>
                <a:lnTo>
                  <a:pt x="1771" y="2032"/>
                </a:lnTo>
                <a:lnTo>
                  <a:pt x="1762" y="2144"/>
                </a:lnTo>
                <a:lnTo>
                  <a:pt x="1750" y="2255"/>
                </a:lnTo>
                <a:lnTo>
                  <a:pt x="1734" y="2364"/>
                </a:lnTo>
                <a:lnTo>
                  <a:pt x="1715" y="2471"/>
                </a:lnTo>
                <a:lnTo>
                  <a:pt x="1693" y="2575"/>
                </a:lnTo>
                <a:lnTo>
                  <a:pt x="1668" y="2676"/>
                </a:lnTo>
                <a:lnTo>
                  <a:pt x="1639" y="2774"/>
                </a:lnTo>
                <a:lnTo>
                  <a:pt x="1608" y="2868"/>
                </a:lnTo>
                <a:lnTo>
                  <a:pt x="1574" y="2957"/>
                </a:lnTo>
                <a:lnTo>
                  <a:pt x="1537" y="3042"/>
                </a:lnTo>
                <a:lnTo>
                  <a:pt x="1497" y="3123"/>
                </a:lnTo>
                <a:lnTo>
                  <a:pt x="1456" y="3198"/>
                </a:lnTo>
                <a:lnTo>
                  <a:pt x="1411" y="3267"/>
                </a:lnTo>
                <a:lnTo>
                  <a:pt x="1365" y="3331"/>
                </a:lnTo>
                <a:lnTo>
                  <a:pt x="1317" y="3389"/>
                </a:lnTo>
                <a:lnTo>
                  <a:pt x="1267" y="3440"/>
                </a:lnTo>
                <a:lnTo>
                  <a:pt x="1216" y="3485"/>
                </a:lnTo>
                <a:lnTo>
                  <a:pt x="1164" y="3524"/>
                </a:lnTo>
                <a:lnTo>
                  <a:pt x="1110" y="3555"/>
                </a:lnTo>
                <a:lnTo>
                  <a:pt x="1056" y="3580"/>
                </a:lnTo>
                <a:lnTo>
                  <a:pt x="1000" y="3598"/>
                </a:lnTo>
                <a:lnTo>
                  <a:pt x="945" y="3609"/>
                </a:lnTo>
                <a:lnTo>
                  <a:pt x="889" y="3612"/>
                </a:lnTo>
              </a:path>
            </a:pathLst>
          </a:custGeom>
          <a:noFill/>
          <a:ln w="8890">
            <a:solidFill>
              <a:srgbClr val="273E4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2" name="Oval 201"/>
          <p:cNvSpPr/>
          <p:nvPr/>
        </p:nvSpPr>
        <p:spPr>
          <a:xfrm>
            <a:off x="8352621" y="3706836"/>
            <a:ext cx="25603" cy="25603"/>
          </a:xfrm>
          <a:prstGeom prst="ellipse">
            <a:avLst/>
          </a:prstGeom>
          <a:solidFill>
            <a:srgbClr val="41697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3" name="Oval 202"/>
          <p:cNvSpPr/>
          <p:nvPr/>
        </p:nvSpPr>
        <p:spPr>
          <a:xfrm>
            <a:off x="8321309" y="2966141"/>
            <a:ext cx="40233" cy="40233"/>
          </a:xfrm>
          <a:prstGeom prst="ellipse">
            <a:avLst/>
          </a:prstGeom>
          <a:solidFill>
            <a:srgbClr val="73BBD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4" name="Oval 203"/>
          <p:cNvSpPr/>
          <p:nvPr/>
        </p:nvSpPr>
        <p:spPr>
          <a:xfrm>
            <a:off x="8463587" y="2291546"/>
            <a:ext cx="25603" cy="25603"/>
          </a:xfrm>
          <a:prstGeom prst="ellipse">
            <a:avLst/>
          </a:prstGeom>
          <a:solidFill>
            <a:srgbClr val="41697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5" name="Oval 204"/>
          <p:cNvSpPr/>
          <p:nvPr/>
        </p:nvSpPr>
        <p:spPr>
          <a:xfrm>
            <a:off x="8730778" y="1796165"/>
            <a:ext cx="25603" cy="25603"/>
          </a:xfrm>
          <a:prstGeom prst="ellipse">
            <a:avLst/>
          </a:prstGeom>
          <a:solidFill>
            <a:srgbClr val="41697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6" name="Oval 205"/>
          <p:cNvSpPr/>
          <p:nvPr/>
        </p:nvSpPr>
        <p:spPr>
          <a:xfrm>
            <a:off x="9069962" y="1578115"/>
            <a:ext cx="40233" cy="40233"/>
          </a:xfrm>
          <a:prstGeom prst="ellipse">
            <a:avLst/>
          </a:prstGeom>
          <a:solidFill>
            <a:srgbClr val="73BBD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7" name="Oval 206"/>
          <p:cNvSpPr/>
          <p:nvPr/>
        </p:nvSpPr>
        <p:spPr>
          <a:xfrm>
            <a:off x="9434456" y="1701079"/>
            <a:ext cx="25603" cy="25603"/>
          </a:xfrm>
          <a:prstGeom prst="ellipse">
            <a:avLst/>
          </a:prstGeom>
          <a:solidFill>
            <a:srgbClr val="41697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8" name="Oval 207"/>
          <p:cNvSpPr/>
          <p:nvPr/>
        </p:nvSpPr>
        <p:spPr>
          <a:xfrm>
            <a:off x="9731571" y="2120207"/>
            <a:ext cx="25603" cy="25603"/>
          </a:xfrm>
          <a:prstGeom prst="ellipse">
            <a:avLst/>
          </a:prstGeom>
          <a:solidFill>
            <a:srgbClr val="41697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9" name="Oval 208"/>
          <p:cNvSpPr/>
          <p:nvPr/>
        </p:nvSpPr>
        <p:spPr>
          <a:xfrm>
            <a:off x="9902459" y="2752485"/>
            <a:ext cx="40233" cy="40233"/>
          </a:xfrm>
          <a:prstGeom prst="ellipse">
            <a:avLst/>
          </a:prstGeom>
          <a:solidFill>
            <a:srgbClr val="73BBD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0" name="Oval 209"/>
          <p:cNvSpPr/>
          <p:nvPr/>
        </p:nvSpPr>
        <p:spPr>
          <a:xfrm>
            <a:off x="9933772" y="3493179"/>
            <a:ext cx="25603" cy="25603"/>
          </a:xfrm>
          <a:prstGeom prst="ellipse">
            <a:avLst/>
          </a:prstGeom>
          <a:solidFill>
            <a:srgbClr val="41697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1" name="Oval 210"/>
          <p:cNvSpPr/>
          <p:nvPr/>
        </p:nvSpPr>
        <p:spPr>
          <a:xfrm>
            <a:off x="9798809" y="4175090"/>
            <a:ext cx="25603" cy="25603"/>
          </a:xfrm>
          <a:prstGeom prst="ellipse">
            <a:avLst/>
          </a:prstGeom>
          <a:solidFill>
            <a:srgbClr val="41697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2" name="Oval 211"/>
          <p:cNvSpPr/>
          <p:nvPr/>
        </p:nvSpPr>
        <p:spPr>
          <a:xfrm>
            <a:off x="9524303" y="4663156"/>
            <a:ext cx="40233" cy="40233"/>
          </a:xfrm>
          <a:prstGeom prst="ellipse">
            <a:avLst/>
          </a:prstGeom>
          <a:solidFill>
            <a:srgbClr val="73BBD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3" name="Oval 212"/>
          <p:cNvSpPr/>
          <p:nvPr/>
        </p:nvSpPr>
        <p:spPr>
          <a:xfrm>
            <a:off x="9185119" y="4881206"/>
            <a:ext cx="25603" cy="25603"/>
          </a:xfrm>
          <a:prstGeom prst="ellipse">
            <a:avLst/>
          </a:prstGeom>
          <a:solidFill>
            <a:srgbClr val="41697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4" name="Oval 213"/>
          <p:cNvSpPr/>
          <p:nvPr/>
        </p:nvSpPr>
        <p:spPr>
          <a:xfrm>
            <a:off x="8827940" y="4765557"/>
            <a:ext cx="25603" cy="25603"/>
          </a:xfrm>
          <a:prstGeom prst="ellipse">
            <a:avLst/>
          </a:prstGeom>
          <a:solidFill>
            <a:srgbClr val="41697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5" name="Oval 214"/>
          <p:cNvSpPr/>
          <p:nvPr/>
        </p:nvSpPr>
        <p:spPr>
          <a:xfrm>
            <a:off x="8523510" y="4339114"/>
            <a:ext cx="40233" cy="40233"/>
          </a:xfrm>
          <a:prstGeom prst="ellipse">
            <a:avLst/>
          </a:prstGeom>
          <a:solidFill>
            <a:srgbClr val="73BBD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6" name="Freeform 215"/>
          <p:cNvSpPr/>
          <p:nvPr/>
        </p:nvSpPr>
        <p:spPr>
          <a:xfrm>
            <a:off x="7930778" y="1598586"/>
            <a:ext cx="2418444" cy="3292228"/>
          </a:xfrm>
          <a:custGeom>
            <a:avLst/>
            <a:gdLst/>
            <a:ahLst/>
            <a:cxnLst/>
            <a:rect l="l" t="t" r="r" b="b"/>
            <a:pathLst>
              <a:path w="2646" h="3602">
                <a:moveTo>
                  <a:pt x="968" y="3584"/>
                </a:moveTo>
                <a:lnTo>
                  <a:pt x="889" y="3565"/>
                </a:lnTo>
                <a:lnTo>
                  <a:pt x="811" y="3539"/>
                </a:lnTo>
                <a:lnTo>
                  <a:pt x="736" y="3505"/>
                </a:lnTo>
                <a:lnTo>
                  <a:pt x="662" y="3465"/>
                </a:lnTo>
                <a:lnTo>
                  <a:pt x="592" y="3419"/>
                </a:lnTo>
                <a:lnTo>
                  <a:pt x="524" y="3366"/>
                </a:lnTo>
                <a:lnTo>
                  <a:pt x="459" y="3307"/>
                </a:lnTo>
                <a:lnTo>
                  <a:pt x="398" y="3242"/>
                </a:lnTo>
                <a:lnTo>
                  <a:pt x="340" y="3171"/>
                </a:lnTo>
                <a:lnTo>
                  <a:pt x="286" y="3095"/>
                </a:lnTo>
                <a:lnTo>
                  <a:pt x="237" y="3013"/>
                </a:lnTo>
                <a:lnTo>
                  <a:pt x="191" y="2927"/>
                </a:lnTo>
                <a:lnTo>
                  <a:pt x="151" y="2837"/>
                </a:lnTo>
                <a:lnTo>
                  <a:pt x="114" y="2742"/>
                </a:lnTo>
                <a:lnTo>
                  <a:pt x="83" y="2644"/>
                </a:lnTo>
                <a:lnTo>
                  <a:pt x="56" y="2542"/>
                </a:lnTo>
                <a:lnTo>
                  <a:pt x="35" y="2438"/>
                </a:lnTo>
                <a:lnTo>
                  <a:pt x="18" y="2331"/>
                </a:lnTo>
                <a:lnTo>
                  <a:pt x="7" y="2222"/>
                </a:lnTo>
                <a:lnTo>
                  <a:pt x="0" y="2111"/>
                </a:lnTo>
                <a:lnTo>
                  <a:pt x="0" y="1999"/>
                </a:lnTo>
                <a:lnTo>
                  <a:pt x="4" y="1886"/>
                </a:lnTo>
                <a:lnTo>
                  <a:pt x="13" y="1773"/>
                </a:lnTo>
                <a:lnTo>
                  <a:pt x="28" y="1660"/>
                </a:lnTo>
                <a:lnTo>
                  <a:pt x="48" y="1547"/>
                </a:lnTo>
                <a:lnTo>
                  <a:pt x="72" y="1436"/>
                </a:lnTo>
                <a:lnTo>
                  <a:pt x="102" y="1326"/>
                </a:lnTo>
                <a:lnTo>
                  <a:pt x="137" y="1218"/>
                </a:lnTo>
                <a:lnTo>
                  <a:pt x="176" y="1112"/>
                </a:lnTo>
                <a:lnTo>
                  <a:pt x="220" y="1009"/>
                </a:lnTo>
                <a:lnTo>
                  <a:pt x="268" y="909"/>
                </a:lnTo>
                <a:lnTo>
                  <a:pt x="320" y="812"/>
                </a:lnTo>
                <a:lnTo>
                  <a:pt x="376" y="720"/>
                </a:lnTo>
                <a:lnTo>
                  <a:pt x="436" y="631"/>
                </a:lnTo>
                <a:lnTo>
                  <a:pt x="500" y="548"/>
                </a:lnTo>
                <a:lnTo>
                  <a:pt x="566" y="469"/>
                </a:lnTo>
                <a:lnTo>
                  <a:pt x="636" y="395"/>
                </a:lnTo>
                <a:lnTo>
                  <a:pt x="709" y="327"/>
                </a:lnTo>
                <a:lnTo>
                  <a:pt x="783" y="265"/>
                </a:lnTo>
                <a:lnTo>
                  <a:pt x="860" y="209"/>
                </a:lnTo>
                <a:lnTo>
                  <a:pt x="939" y="159"/>
                </a:lnTo>
                <a:lnTo>
                  <a:pt x="1019" y="116"/>
                </a:lnTo>
                <a:lnTo>
                  <a:pt x="1101" y="79"/>
                </a:lnTo>
                <a:lnTo>
                  <a:pt x="1183" y="49"/>
                </a:lnTo>
                <a:lnTo>
                  <a:pt x="1266" y="26"/>
                </a:lnTo>
                <a:lnTo>
                  <a:pt x="1349" y="11"/>
                </a:lnTo>
                <a:lnTo>
                  <a:pt x="1432" y="2"/>
                </a:lnTo>
                <a:lnTo>
                  <a:pt x="1515" y="0"/>
                </a:lnTo>
                <a:lnTo>
                  <a:pt x="1597" y="5"/>
                </a:lnTo>
                <a:lnTo>
                  <a:pt x="1678" y="18"/>
                </a:lnTo>
                <a:lnTo>
                  <a:pt x="1757" y="37"/>
                </a:lnTo>
                <a:lnTo>
                  <a:pt x="1835" y="63"/>
                </a:lnTo>
                <a:lnTo>
                  <a:pt x="1910" y="97"/>
                </a:lnTo>
                <a:lnTo>
                  <a:pt x="1984" y="137"/>
                </a:lnTo>
                <a:lnTo>
                  <a:pt x="2054" y="183"/>
                </a:lnTo>
                <a:lnTo>
                  <a:pt x="2122" y="236"/>
                </a:lnTo>
                <a:lnTo>
                  <a:pt x="2187" y="295"/>
                </a:lnTo>
                <a:lnTo>
                  <a:pt x="2248" y="360"/>
                </a:lnTo>
                <a:lnTo>
                  <a:pt x="2306" y="431"/>
                </a:lnTo>
                <a:lnTo>
                  <a:pt x="2360" y="507"/>
                </a:lnTo>
                <a:lnTo>
                  <a:pt x="2409" y="589"/>
                </a:lnTo>
                <a:lnTo>
                  <a:pt x="2455" y="675"/>
                </a:lnTo>
                <a:lnTo>
                  <a:pt x="2495" y="765"/>
                </a:lnTo>
                <a:lnTo>
                  <a:pt x="2532" y="860"/>
                </a:lnTo>
                <a:lnTo>
                  <a:pt x="2563" y="958"/>
                </a:lnTo>
                <a:lnTo>
                  <a:pt x="2590" y="1060"/>
                </a:lnTo>
                <a:lnTo>
                  <a:pt x="2611" y="1164"/>
                </a:lnTo>
                <a:lnTo>
                  <a:pt x="2628" y="1271"/>
                </a:lnTo>
                <a:lnTo>
                  <a:pt x="2639" y="1380"/>
                </a:lnTo>
                <a:lnTo>
                  <a:pt x="2646" y="1491"/>
                </a:lnTo>
                <a:lnTo>
                  <a:pt x="2646" y="1603"/>
                </a:lnTo>
                <a:lnTo>
                  <a:pt x="2642" y="1716"/>
                </a:lnTo>
                <a:lnTo>
                  <a:pt x="2633" y="1829"/>
                </a:lnTo>
                <a:lnTo>
                  <a:pt x="2618" y="1942"/>
                </a:lnTo>
                <a:lnTo>
                  <a:pt x="2598" y="2055"/>
                </a:lnTo>
                <a:lnTo>
                  <a:pt x="2574" y="2166"/>
                </a:lnTo>
                <a:lnTo>
                  <a:pt x="2544" y="2276"/>
                </a:lnTo>
                <a:lnTo>
                  <a:pt x="2509" y="2384"/>
                </a:lnTo>
                <a:lnTo>
                  <a:pt x="2470" y="2490"/>
                </a:lnTo>
                <a:lnTo>
                  <a:pt x="2426" y="2593"/>
                </a:lnTo>
                <a:lnTo>
                  <a:pt x="2378" y="2693"/>
                </a:lnTo>
                <a:lnTo>
                  <a:pt x="2326" y="2790"/>
                </a:lnTo>
                <a:lnTo>
                  <a:pt x="2270" y="2882"/>
                </a:lnTo>
                <a:lnTo>
                  <a:pt x="2210" y="2971"/>
                </a:lnTo>
                <a:lnTo>
                  <a:pt x="2146" y="3054"/>
                </a:lnTo>
                <a:lnTo>
                  <a:pt x="2080" y="3133"/>
                </a:lnTo>
                <a:lnTo>
                  <a:pt x="2010" y="3207"/>
                </a:lnTo>
                <a:lnTo>
                  <a:pt x="1937" y="3275"/>
                </a:lnTo>
                <a:lnTo>
                  <a:pt x="1863" y="3337"/>
                </a:lnTo>
                <a:lnTo>
                  <a:pt x="1786" y="3393"/>
                </a:lnTo>
                <a:lnTo>
                  <a:pt x="1707" y="3443"/>
                </a:lnTo>
                <a:lnTo>
                  <a:pt x="1627" y="3486"/>
                </a:lnTo>
                <a:lnTo>
                  <a:pt x="1545" y="3523"/>
                </a:lnTo>
                <a:lnTo>
                  <a:pt x="1463" y="3553"/>
                </a:lnTo>
                <a:lnTo>
                  <a:pt x="1380" y="3576"/>
                </a:lnTo>
                <a:lnTo>
                  <a:pt x="1297" y="3591"/>
                </a:lnTo>
                <a:lnTo>
                  <a:pt x="1214" y="3600"/>
                </a:lnTo>
                <a:lnTo>
                  <a:pt x="1131" y="3602"/>
                </a:lnTo>
                <a:lnTo>
                  <a:pt x="1049" y="3597"/>
                </a:lnTo>
                <a:lnTo>
                  <a:pt x="968" y="3584"/>
                </a:lnTo>
              </a:path>
            </a:pathLst>
          </a:custGeom>
          <a:noFill/>
          <a:ln w="8890">
            <a:solidFill>
              <a:srgbClr val="34335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7" name="Oval 216"/>
          <p:cNvSpPr/>
          <p:nvPr/>
        </p:nvSpPr>
        <p:spPr>
          <a:xfrm>
            <a:off x="7925395" y="3208711"/>
            <a:ext cx="40233" cy="40233"/>
          </a:xfrm>
          <a:prstGeom prst="ellipse">
            <a:avLst/>
          </a:prstGeom>
          <a:solidFill>
            <a:srgbClr val="A193D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8" name="Oval 217"/>
          <p:cNvSpPr/>
          <p:nvPr/>
        </p:nvSpPr>
        <p:spPr>
          <a:xfrm>
            <a:off x="8124946" y="2503105"/>
            <a:ext cx="25603" cy="25603"/>
          </a:xfrm>
          <a:prstGeom prst="ellipse">
            <a:avLst/>
          </a:prstGeom>
          <a:solidFill>
            <a:srgbClr val="5A548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9" name="Oval 218"/>
          <p:cNvSpPr/>
          <p:nvPr/>
        </p:nvSpPr>
        <p:spPr>
          <a:xfrm>
            <a:off x="8516482" y="1934811"/>
            <a:ext cx="25603" cy="25603"/>
          </a:xfrm>
          <a:prstGeom prst="ellipse">
            <a:avLst/>
          </a:prstGeom>
          <a:solidFill>
            <a:srgbClr val="5A548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0" name="Oval 219"/>
          <p:cNvSpPr/>
          <p:nvPr/>
        </p:nvSpPr>
        <p:spPr>
          <a:xfrm>
            <a:off x="9022455" y="1616388"/>
            <a:ext cx="40233" cy="40233"/>
          </a:xfrm>
          <a:prstGeom prst="ellipse">
            <a:avLst/>
          </a:prstGeom>
          <a:solidFill>
            <a:srgbClr val="A193D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1" name="Oval 220"/>
          <p:cNvSpPr/>
          <p:nvPr/>
        </p:nvSpPr>
        <p:spPr>
          <a:xfrm>
            <a:off x="9563147" y="1631398"/>
            <a:ext cx="25603" cy="25603"/>
          </a:xfrm>
          <a:prstGeom prst="ellipse">
            <a:avLst/>
          </a:prstGeom>
          <a:solidFill>
            <a:srgbClr val="5A548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2" name="Oval 221"/>
          <p:cNvSpPr/>
          <p:nvPr/>
        </p:nvSpPr>
        <p:spPr>
          <a:xfrm>
            <a:off x="10010972" y="1956374"/>
            <a:ext cx="25603" cy="25603"/>
          </a:xfrm>
          <a:prstGeom prst="ellipse">
            <a:avLst/>
          </a:prstGeom>
          <a:solidFill>
            <a:srgbClr val="5A548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3" name="Oval 222"/>
          <p:cNvSpPr/>
          <p:nvPr/>
        </p:nvSpPr>
        <p:spPr>
          <a:xfrm>
            <a:off x="10277231" y="2526948"/>
            <a:ext cx="40233" cy="40233"/>
          </a:xfrm>
          <a:prstGeom prst="ellipse">
            <a:avLst/>
          </a:prstGeom>
          <a:solidFill>
            <a:srgbClr val="A193D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4" name="Oval 223"/>
          <p:cNvSpPr/>
          <p:nvPr/>
        </p:nvSpPr>
        <p:spPr>
          <a:xfrm>
            <a:off x="10329686" y="3250610"/>
            <a:ext cx="25603" cy="25603"/>
          </a:xfrm>
          <a:prstGeom prst="ellipse">
            <a:avLst/>
          </a:prstGeom>
          <a:solidFill>
            <a:srgbClr val="5A548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5" name="Oval 224"/>
          <p:cNvSpPr/>
          <p:nvPr/>
        </p:nvSpPr>
        <p:spPr>
          <a:xfrm>
            <a:off x="10137450" y="3963531"/>
            <a:ext cx="25603" cy="25603"/>
          </a:xfrm>
          <a:prstGeom prst="ellipse">
            <a:avLst/>
          </a:prstGeom>
          <a:solidFill>
            <a:srgbClr val="5A548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6" name="Oval 225"/>
          <p:cNvSpPr/>
          <p:nvPr/>
        </p:nvSpPr>
        <p:spPr>
          <a:xfrm>
            <a:off x="9738599" y="4524509"/>
            <a:ext cx="40233" cy="40233"/>
          </a:xfrm>
          <a:prstGeom prst="ellipse">
            <a:avLst/>
          </a:prstGeom>
          <a:solidFill>
            <a:srgbClr val="A193D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7" name="Oval 226"/>
          <p:cNvSpPr/>
          <p:nvPr/>
        </p:nvSpPr>
        <p:spPr>
          <a:xfrm>
            <a:off x="9232626" y="4842933"/>
            <a:ext cx="25603" cy="25603"/>
          </a:xfrm>
          <a:prstGeom prst="ellipse">
            <a:avLst/>
          </a:prstGeom>
          <a:solidFill>
            <a:srgbClr val="5A548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8" name="Oval 227"/>
          <p:cNvSpPr/>
          <p:nvPr/>
        </p:nvSpPr>
        <p:spPr>
          <a:xfrm>
            <a:off x="8699249" y="4835237"/>
            <a:ext cx="25603" cy="25603"/>
          </a:xfrm>
          <a:prstGeom prst="ellipse">
            <a:avLst/>
          </a:prstGeom>
          <a:solidFill>
            <a:srgbClr val="5A548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9" name="Oval 228"/>
          <p:cNvSpPr/>
          <p:nvPr/>
        </p:nvSpPr>
        <p:spPr>
          <a:xfrm>
            <a:off x="8244109" y="4502947"/>
            <a:ext cx="40233" cy="40233"/>
          </a:xfrm>
          <a:prstGeom prst="ellipse">
            <a:avLst/>
          </a:prstGeom>
          <a:solidFill>
            <a:srgbClr val="A193D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0" name="Oval 229"/>
          <p:cNvSpPr/>
          <p:nvPr/>
        </p:nvSpPr>
        <p:spPr>
          <a:xfrm>
            <a:off x="7977850" y="3932372"/>
            <a:ext cx="25603" cy="25603"/>
          </a:xfrm>
          <a:prstGeom prst="ellipse">
            <a:avLst/>
          </a:prstGeom>
          <a:solidFill>
            <a:srgbClr val="5A548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1" name="Freeform 230"/>
          <p:cNvSpPr/>
          <p:nvPr/>
        </p:nvSpPr>
        <p:spPr>
          <a:xfrm>
            <a:off x="7408884" y="1343580"/>
            <a:ext cx="3462232" cy="3802240"/>
          </a:xfrm>
          <a:custGeom>
            <a:avLst/>
            <a:gdLst/>
            <a:ahLst/>
            <a:cxnLst/>
            <a:rect l="l" t="t" r="r" b="b"/>
            <a:pathLst>
              <a:path w="3788" h="4160">
                <a:moveTo>
                  <a:pt x="1084" y="4037"/>
                </a:moveTo>
                <a:lnTo>
                  <a:pt x="978" y="3988"/>
                </a:lnTo>
                <a:lnTo>
                  <a:pt x="875" y="3932"/>
                </a:lnTo>
                <a:lnTo>
                  <a:pt x="777" y="3869"/>
                </a:lnTo>
                <a:lnTo>
                  <a:pt x="683" y="3799"/>
                </a:lnTo>
                <a:lnTo>
                  <a:pt x="594" y="3722"/>
                </a:lnTo>
                <a:lnTo>
                  <a:pt x="510" y="3638"/>
                </a:lnTo>
                <a:lnTo>
                  <a:pt x="432" y="3549"/>
                </a:lnTo>
                <a:lnTo>
                  <a:pt x="359" y="3453"/>
                </a:lnTo>
                <a:lnTo>
                  <a:pt x="292" y="3352"/>
                </a:lnTo>
                <a:lnTo>
                  <a:pt x="232" y="3246"/>
                </a:lnTo>
                <a:lnTo>
                  <a:pt x="178" y="3136"/>
                </a:lnTo>
                <a:lnTo>
                  <a:pt x="131" y="3021"/>
                </a:lnTo>
                <a:lnTo>
                  <a:pt x="91" y="2903"/>
                </a:lnTo>
                <a:lnTo>
                  <a:pt x="58" y="2781"/>
                </a:lnTo>
                <a:lnTo>
                  <a:pt x="33" y="2656"/>
                </a:lnTo>
                <a:lnTo>
                  <a:pt x="14" y="2530"/>
                </a:lnTo>
                <a:lnTo>
                  <a:pt x="3" y="2401"/>
                </a:lnTo>
                <a:lnTo>
                  <a:pt x="0" y="2271"/>
                </a:lnTo>
                <a:lnTo>
                  <a:pt x="4" y="2141"/>
                </a:lnTo>
                <a:lnTo>
                  <a:pt x="15" y="2010"/>
                </a:lnTo>
                <a:lnTo>
                  <a:pt x="34" y="1880"/>
                </a:lnTo>
                <a:lnTo>
                  <a:pt x="61" y="1750"/>
                </a:lnTo>
                <a:lnTo>
                  <a:pt x="94" y="1622"/>
                </a:lnTo>
                <a:lnTo>
                  <a:pt x="135" y="1495"/>
                </a:lnTo>
                <a:lnTo>
                  <a:pt x="182" y="1371"/>
                </a:lnTo>
                <a:lnTo>
                  <a:pt x="236" y="1249"/>
                </a:lnTo>
                <a:lnTo>
                  <a:pt x="297" y="1131"/>
                </a:lnTo>
                <a:lnTo>
                  <a:pt x="364" y="1017"/>
                </a:lnTo>
                <a:lnTo>
                  <a:pt x="437" y="907"/>
                </a:lnTo>
                <a:lnTo>
                  <a:pt x="516" y="801"/>
                </a:lnTo>
                <a:lnTo>
                  <a:pt x="601" y="700"/>
                </a:lnTo>
                <a:lnTo>
                  <a:pt x="690" y="605"/>
                </a:lnTo>
                <a:lnTo>
                  <a:pt x="784" y="516"/>
                </a:lnTo>
                <a:lnTo>
                  <a:pt x="883" y="433"/>
                </a:lnTo>
                <a:lnTo>
                  <a:pt x="985" y="356"/>
                </a:lnTo>
                <a:lnTo>
                  <a:pt x="1092" y="286"/>
                </a:lnTo>
                <a:lnTo>
                  <a:pt x="1201" y="224"/>
                </a:lnTo>
                <a:lnTo>
                  <a:pt x="1313" y="168"/>
                </a:lnTo>
                <a:lnTo>
                  <a:pt x="1427" y="120"/>
                </a:lnTo>
                <a:lnTo>
                  <a:pt x="1543" y="80"/>
                </a:lnTo>
                <a:lnTo>
                  <a:pt x="1661" y="48"/>
                </a:lnTo>
                <a:lnTo>
                  <a:pt x="1780" y="24"/>
                </a:lnTo>
                <a:lnTo>
                  <a:pt x="1898" y="8"/>
                </a:lnTo>
                <a:lnTo>
                  <a:pt x="2017" y="0"/>
                </a:lnTo>
                <a:lnTo>
                  <a:pt x="2136" y="0"/>
                </a:lnTo>
                <a:lnTo>
                  <a:pt x="2253" y="8"/>
                </a:lnTo>
                <a:lnTo>
                  <a:pt x="2369" y="25"/>
                </a:lnTo>
                <a:lnTo>
                  <a:pt x="2484" y="50"/>
                </a:lnTo>
                <a:lnTo>
                  <a:pt x="2595" y="83"/>
                </a:lnTo>
                <a:lnTo>
                  <a:pt x="2704" y="123"/>
                </a:lnTo>
                <a:lnTo>
                  <a:pt x="2810" y="172"/>
                </a:lnTo>
                <a:lnTo>
                  <a:pt x="2913" y="228"/>
                </a:lnTo>
                <a:lnTo>
                  <a:pt x="3011" y="291"/>
                </a:lnTo>
                <a:lnTo>
                  <a:pt x="3105" y="361"/>
                </a:lnTo>
                <a:lnTo>
                  <a:pt x="3194" y="438"/>
                </a:lnTo>
                <a:lnTo>
                  <a:pt x="3278" y="522"/>
                </a:lnTo>
                <a:lnTo>
                  <a:pt x="3356" y="611"/>
                </a:lnTo>
                <a:lnTo>
                  <a:pt x="3429" y="707"/>
                </a:lnTo>
                <a:lnTo>
                  <a:pt x="3496" y="808"/>
                </a:lnTo>
                <a:lnTo>
                  <a:pt x="3556" y="914"/>
                </a:lnTo>
                <a:lnTo>
                  <a:pt x="3610" y="1024"/>
                </a:lnTo>
                <a:lnTo>
                  <a:pt x="3657" y="1139"/>
                </a:lnTo>
                <a:lnTo>
                  <a:pt x="3697" y="1257"/>
                </a:lnTo>
                <a:lnTo>
                  <a:pt x="3730" y="1379"/>
                </a:lnTo>
                <a:lnTo>
                  <a:pt x="3755" y="1504"/>
                </a:lnTo>
                <a:lnTo>
                  <a:pt x="3774" y="1630"/>
                </a:lnTo>
                <a:lnTo>
                  <a:pt x="3785" y="1759"/>
                </a:lnTo>
                <a:lnTo>
                  <a:pt x="3788" y="1889"/>
                </a:lnTo>
                <a:lnTo>
                  <a:pt x="3784" y="2019"/>
                </a:lnTo>
                <a:lnTo>
                  <a:pt x="3773" y="2150"/>
                </a:lnTo>
                <a:lnTo>
                  <a:pt x="3754" y="2280"/>
                </a:lnTo>
                <a:lnTo>
                  <a:pt x="3727" y="2410"/>
                </a:lnTo>
                <a:lnTo>
                  <a:pt x="3694" y="2538"/>
                </a:lnTo>
                <a:lnTo>
                  <a:pt x="3653" y="2665"/>
                </a:lnTo>
                <a:lnTo>
                  <a:pt x="3606" y="2789"/>
                </a:lnTo>
                <a:lnTo>
                  <a:pt x="3552" y="2911"/>
                </a:lnTo>
                <a:lnTo>
                  <a:pt x="3491" y="3029"/>
                </a:lnTo>
                <a:lnTo>
                  <a:pt x="3424" y="3143"/>
                </a:lnTo>
                <a:lnTo>
                  <a:pt x="3351" y="3253"/>
                </a:lnTo>
                <a:lnTo>
                  <a:pt x="3272" y="3359"/>
                </a:lnTo>
                <a:lnTo>
                  <a:pt x="3187" y="3460"/>
                </a:lnTo>
                <a:lnTo>
                  <a:pt x="3098" y="3555"/>
                </a:lnTo>
                <a:lnTo>
                  <a:pt x="3004" y="3644"/>
                </a:lnTo>
                <a:lnTo>
                  <a:pt x="2905" y="3727"/>
                </a:lnTo>
                <a:lnTo>
                  <a:pt x="2803" y="3804"/>
                </a:lnTo>
                <a:lnTo>
                  <a:pt x="2696" y="3874"/>
                </a:lnTo>
                <a:lnTo>
                  <a:pt x="2587" y="3936"/>
                </a:lnTo>
                <a:lnTo>
                  <a:pt x="2475" y="3992"/>
                </a:lnTo>
                <a:lnTo>
                  <a:pt x="2361" y="4040"/>
                </a:lnTo>
                <a:lnTo>
                  <a:pt x="2245" y="4080"/>
                </a:lnTo>
                <a:lnTo>
                  <a:pt x="2127" y="4112"/>
                </a:lnTo>
                <a:lnTo>
                  <a:pt x="2008" y="4136"/>
                </a:lnTo>
                <a:lnTo>
                  <a:pt x="1890" y="4152"/>
                </a:lnTo>
                <a:lnTo>
                  <a:pt x="1771" y="4160"/>
                </a:lnTo>
                <a:lnTo>
                  <a:pt x="1652" y="4160"/>
                </a:lnTo>
                <a:lnTo>
                  <a:pt x="1535" y="4152"/>
                </a:lnTo>
                <a:lnTo>
                  <a:pt x="1419" y="4135"/>
                </a:lnTo>
                <a:lnTo>
                  <a:pt x="1304" y="4110"/>
                </a:lnTo>
                <a:lnTo>
                  <a:pt x="1193" y="4077"/>
                </a:lnTo>
                <a:lnTo>
                  <a:pt x="1084" y="4037"/>
                </a:lnTo>
              </a:path>
            </a:pathLst>
          </a:custGeom>
          <a:noFill/>
          <a:ln w="8890">
            <a:solidFill>
              <a:srgbClr val="273E4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2" name="Oval 231"/>
          <p:cNvSpPr/>
          <p:nvPr/>
        </p:nvSpPr>
        <p:spPr>
          <a:xfrm>
            <a:off x="7588100" y="2532938"/>
            <a:ext cx="25603" cy="25603"/>
          </a:xfrm>
          <a:prstGeom prst="ellipse">
            <a:avLst/>
          </a:prstGeom>
          <a:solidFill>
            <a:srgbClr val="41697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3" name="Oval 232"/>
          <p:cNvSpPr/>
          <p:nvPr/>
        </p:nvSpPr>
        <p:spPr>
          <a:xfrm>
            <a:off x="8082167" y="1834538"/>
            <a:ext cx="25603" cy="25603"/>
          </a:xfrm>
          <a:prstGeom prst="ellipse">
            <a:avLst/>
          </a:prstGeom>
          <a:solidFill>
            <a:srgbClr val="41697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4" name="Oval 233"/>
          <p:cNvSpPr/>
          <p:nvPr/>
        </p:nvSpPr>
        <p:spPr>
          <a:xfrm>
            <a:off x="8776691" y="1405868"/>
            <a:ext cx="40233" cy="40233"/>
          </a:xfrm>
          <a:prstGeom prst="ellipse">
            <a:avLst/>
          </a:prstGeom>
          <a:solidFill>
            <a:srgbClr val="73BBD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5" name="Oval 234"/>
          <p:cNvSpPr/>
          <p:nvPr/>
        </p:nvSpPr>
        <p:spPr>
          <a:xfrm>
            <a:off x="9554612" y="1352328"/>
            <a:ext cx="25603" cy="25603"/>
          </a:xfrm>
          <a:prstGeom prst="ellipse">
            <a:avLst/>
          </a:prstGeom>
          <a:solidFill>
            <a:srgbClr val="41697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6" name="Oval 235"/>
          <p:cNvSpPr/>
          <p:nvPr/>
        </p:nvSpPr>
        <p:spPr>
          <a:xfrm>
            <a:off x="10241355" y="1664026"/>
            <a:ext cx="25603" cy="25603"/>
          </a:xfrm>
          <a:prstGeom prst="ellipse">
            <a:avLst/>
          </a:prstGeom>
          <a:solidFill>
            <a:srgbClr val="41697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7" name="Oval 236"/>
          <p:cNvSpPr/>
          <p:nvPr/>
        </p:nvSpPr>
        <p:spPr>
          <a:xfrm>
            <a:off x="10700903" y="2279227"/>
            <a:ext cx="40233" cy="40233"/>
          </a:xfrm>
          <a:prstGeom prst="ellipse">
            <a:avLst/>
          </a:prstGeom>
          <a:solidFill>
            <a:srgbClr val="73BBD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8" name="Oval 237"/>
          <p:cNvSpPr/>
          <p:nvPr/>
        </p:nvSpPr>
        <p:spPr>
          <a:xfrm>
            <a:off x="10862733" y="3096578"/>
            <a:ext cx="25603" cy="25603"/>
          </a:xfrm>
          <a:prstGeom prst="ellipse">
            <a:avLst/>
          </a:prstGeom>
          <a:solidFill>
            <a:srgbClr val="41697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9" name="Oval 238"/>
          <p:cNvSpPr/>
          <p:nvPr/>
        </p:nvSpPr>
        <p:spPr>
          <a:xfrm>
            <a:off x="10674296" y="3933697"/>
            <a:ext cx="25603" cy="25603"/>
          </a:xfrm>
          <a:prstGeom prst="ellipse">
            <a:avLst/>
          </a:prstGeom>
          <a:solidFill>
            <a:srgbClr val="41697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0" name="Oval 239"/>
          <p:cNvSpPr/>
          <p:nvPr/>
        </p:nvSpPr>
        <p:spPr>
          <a:xfrm>
            <a:off x="10172914" y="4624783"/>
            <a:ext cx="40233" cy="40233"/>
          </a:xfrm>
          <a:prstGeom prst="ellipse">
            <a:avLst/>
          </a:prstGeom>
          <a:solidFill>
            <a:srgbClr val="73BBD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1" name="Oval 240"/>
          <p:cNvSpPr/>
          <p:nvPr/>
        </p:nvSpPr>
        <p:spPr>
          <a:xfrm>
            <a:off x="9478389" y="5053453"/>
            <a:ext cx="25603" cy="25603"/>
          </a:xfrm>
          <a:prstGeom prst="ellipse">
            <a:avLst/>
          </a:prstGeom>
          <a:solidFill>
            <a:srgbClr val="41697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2" name="Oval 241"/>
          <p:cNvSpPr/>
          <p:nvPr/>
        </p:nvSpPr>
        <p:spPr>
          <a:xfrm>
            <a:off x="8707784" y="5114308"/>
            <a:ext cx="25603" cy="25603"/>
          </a:xfrm>
          <a:prstGeom prst="ellipse">
            <a:avLst/>
          </a:prstGeom>
          <a:solidFill>
            <a:srgbClr val="41697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3" name="Oval 242"/>
          <p:cNvSpPr/>
          <p:nvPr/>
        </p:nvSpPr>
        <p:spPr>
          <a:xfrm>
            <a:off x="8013725" y="4795295"/>
            <a:ext cx="40233" cy="40233"/>
          </a:xfrm>
          <a:prstGeom prst="ellipse">
            <a:avLst/>
          </a:prstGeom>
          <a:solidFill>
            <a:srgbClr val="73BBD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4" name="Oval 243"/>
          <p:cNvSpPr/>
          <p:nvPr/>
        </p:nvSpPr>
        <p:spPr>
          <a:xfrm>
            <a:off x="7554178" y="4180094"/>
            <a:ext cx="25603" cy="25603"/>
          </a:xfrm>
          <a:prstGeom prst="ellipse">
            <a:avLst/>
          </a:prstGeom>
          <a:solidFill>
            <a:srgbClr val="41697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5" name="Oval 244"/>
          <p:cNvSpPr/>
          <p:nvPr/>
        </p:nvSpPr>
        <p:spPr>
          <a:xfrm>
            <a:off x="7399663" y="3370058"/>
            <a:ext cx="25603" cy="25603"/>
          </a:xfrm>
          <a:prstGeom prst="ellipse">
            <a:avLst/>
          </a:prstGeom>
          <a:solidFill>
            <a:srgbClr val="41697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6" name="Freeform 245"/>
          <p:cNvSpPr/>
          <p:nvPr/>
        </p:nvSpPr>
        <p:spPr>
          <a:xfrm>
            <a:off x="7238880" y="1303364"/>
            <a:ext cx="3802240" cy="3882672"/>
          </a:xfrm>
          <a:custGeom>
            <a:avLst/>
            <a:gdLst/>
            <a:ahLst/>
            <a:cxnLst/>
            <a:rect l="l" t="t" r="r" b="b"/>
            <a:pathLst>
              <a:path w="4160" h="4248">
                <a:moveTo>
                  <a:pt x="881" y="3918"/>
                </a:moveTo>
                <a:lnTo>
                  <a:pt x="777" y="3844"/>
                </a:lnTo>
                <a:lnTo>
                  <a:pt x="677" y="3762"/>
                </a:lnTo>
                <a:lnTo>
                  <a:pt x="584" y="3674"/>
                </a:lnTo>
                <a:lnTo>
                  <a:pt x="496" y="3580"/>
                </a:lnTo>
                <a:lnTo>
                  <a:pt x="414" y="3480"/>
                </a:lnTo>
                <a:lnTo>
                  <a:pt x="340" y="3374"/>
                </a:lnTo>
                <a:lnTo>
                  <a:pt x="271" y="3264"/>
                </a:lnTo>
                <a:lnTo>
                  <a:pt x="210" y="3149"/>
                </a:lnTo>
                <a:lnTo>
                  <a:pt x="157" y="3031"/>
                </a:lnTo>
                <a:lnTo>
                  <a:pt x="111" y="2908"/>
                </a:lnTo>
                <a:lnTo>
                  <a:pt x="73" y="2783"/>
                </a:lnTo>
                <a:lnTo>
                  <a:pt x="42" y="2655"/>
                </a:lnTo>
                <a:lnTo>
                  <a:pt x="20" y="2524"/>
                </a:lnTo>
                <a:lnTo>
                  <a:pt x="6" y="2393"/>
                </a:lnTo>
                <a:lnTo>
                  <a:pt x="0" y="2260"/>
                </a:lnTo>
                <a:lnTo>
                  <a:pt x="2" y="2127"/>
                </a:lnTo>
                <a:lnTo>
                  <a:pt x="13" y="1993"/>
                </a:lnTo>
                <a:lnTo>
                  <a:pt x="32" y="1860"/>
                </a:lnTo>
                <a:lnTo>
                  <a:pt x="58" y="1729"/>
                </a:lnTo>
                <a:lnTo>
                  <a:pt x="93" y="1598"/>
                </a:lnTo>
                <a:lnTo>
                  <a:pt x="136" y="1470"/>
                </a:lnTo>
                <a:lnTo>
                  <a:pt x="186" y="1345"/>
                </a:lnTo>
                <a:lnTo>
                  <a:pt x="243" y="1222"/>
                </a:lnTo>
                <a:lnTo>
                  <a:pt x="308" y="1103"/>
                </a:lnTo>
                <a:lnTo>
                  <a:pt x="380" y="988"/>
                </a:lnTo>
                <a:lnTo>
                  <a:pt x="459" y="878"/>
                </a:lnTo>
                <a:lnTo>
                  <a:pt x="544" y="772"/>
                </a:lnTo>
                <a:lnTo>
                  <a:pt x="635" y="672"/>
                </a:lnTo>
                <a:lnTo>
                  <a:pt x="732" y="578"/>
                </a:lnTo>
                <a:lnTo>
                  <a:pt x="834" y="489"/>
                </a:lnTo>
                <a:lnTo>
                  <a:pt x="941" y="407"/>
                </a:lnTo>
                <a:lnTo>
                  <a:pt x="1053" y="332"/>
                </a:lnTo>
                <a:lnTo>
                  <a:pt x="1168" y="264"/>
                </a:lnTo>
                <a:lnTo>
                  <a:pt x="1287" y="204"/>
                </a:lnTo>
                <a:lnTo>
                  <a:pt x="1410" y="150"/>
                </a:lnTo>
                <a:lnTo>
                  <a:pt x="1535" y="105"/>
                </a:lnTo>
                <a:lnTo>
                  <a:pt x="1662" y="68"/>
                </a:lnTo>
                <a:lnTo>
                  <a:pt x="1791" y="38"/>
                </a:lnTo>
                <a:lnTo>
                  <a:pt x="1920" y="17"/>
                </a:lnTo>
                <a:lnTo>
                  <a:pt x="2051" y="5"/>
                </a:lnTo>
                <a:lnTo>
                  <a:pt x="2182" y="0"/>
                </a:lnTo>
                <a:lnTo>
                  <a:pt x="2312" y="4"/>
                </a:lnTo>
                <a:lnTo>
                  <a:pt x="2441" y="17"/>
                </a:lnTo>
                <a:lnTo>
                  <a:pt x="2569" y="38"/>
                </a:lnTo>
                <a:lnTo>
                  <a:pt x="2695" y="66"/>
                </a:lnTo>
                <a:lnTo>
                  <a:pt x="2819" y="104"/>
                </a:lnTo>
                <a:lnTo>
                  <a:pt x="2939" y="149"/>
                </a:lnTo>
                <a:lnTo>
                  <a:pt x="3057" y="201"/>
                </a:lnTo>
                <a:lnTo>
                  <a:pt x="3170" y="262"/>
                </a:lnTo>
                <a:lnTo>
                  <a:pt x="3279" y="330"/>
                </a:lnTo>
                <a:lnTo>
                  <a:pt x="3383" y="404"/>
                </a:lnTo>
                <a:lnTo>
                  <a:pt x="3483" y="486"/>
                </a:lnTo>
                <a:lnTo>
                  <a:pt x="3576" y="574"/>
                </a:lnTo>
                <a:lnTo>
                  <a:pt x="3664" y="668"/>
                </a:lnTo>
                <a:lnTo>
                  <a:pt x="3746" y="768"/>
                </a:lnTo>
                <a:lnTo>
                  <a:pt x="3820" y="874"/>
                </a:lnTo>
                <a:lnTo>
                  <a:pt x="3889" y="984"/>
                </a:lnTo>
                <a:lnTo>
                  <a:pt x="3950" y="1099"/>
                </a:lnTo>
                <a:lnTo>
                  <a:pt x="4003" y="1217"/>
                </a:lnTo>
                <a:lnTo>
                  <a:pt x="4049" y="1340"/>
                </a:lnTo>
                <a:lnTo>
                  <a:pt x="4087" y="1465"/>
                </a:lnTo>
                <a:lnTo>
                  <a:pt x="4118" y="1593"/>
                </a:lnTo>
                <a:lnTo>
                  <a:pt x="4140" y="1724"/>
                </a:lnTo>
                <a:lnTo>
                  <a:pt x="4154" y="1855"/>
                </a:lnTo>
                <a:lnTo>
                  <a:pt x="4160" y="1988"/>
                </a:lnTo>
                <a:lnTo>
                  <a:pt x="4158" y="2121"/>
                </a:lnTo>
                <a:lnTo>
                  <a:pt x="4147" y="2255"/>
                </a:lnTo>
                <a:lnTo>
                  <a:pt x="4128" y="2388"/>
                </a:lnTo>
                <a:lnTo>
                  <a:pt x="4102" y="2519"/>
                </a:lnTo>
                <a:lnTo>
                  <a:pt x="4067" y="2650"/>
                </a:lnTo>
                <a:lnTo>
                  <a:pt x="4024" y="2778"/>
                </a:lnTo>
                <a:lnTo>
                  <a:pt x="3974" y="2903"/>
                </a:lnTo>
                <a:lnTo>
                  <a:pt x="3917" y="3026"/>
                </a:lnTo>
                <a:lnTo>
                  <a:pt x="3852" y="3145"/>
                </a:lnTo>
                <a:lnTo>
                  <a:pt x="3780" y="3260"/>
                </a:lnTo>
                <a:lnTo>
                  <a:pt x="3701" y="3370"/>
                </a:lnTo>
                <a:lnTo>
                  <a:pt x="3616" y="3476"/>
                </a:lnTo>
                <a:lnTo>
                  <a:pt x="3525" y="3576"/>
                </a:lnTo>
                <a:lnTo>
                  <a:pt x="3428" y="3670"/>
                </a:lnTo>
                <a:lnTo>
                  <a:pt x="3326" y="3759"/>
                </a:lnTo>
                <a:lnTo>
                  <a:pt x="3219" y="3841"/>
                </a:lnTo>
                <a:lnTo>
                  <a:pt x="3107" y="3916"/>
                </a:lnTo>
                <a:lnTo>
                  <a:pt x="2992" y="3984"/>
                </a:lnTo>
                <a:lnTo>
                  <a:pt x="2873" y="4044"/>
                </a:lnTo>
                <a:lnTo>
                  <a:pt x="2750" y="4098"/>
                </a:lnTo>
                <a:lnTo>
                  <a:pt x="2625" y="4143"/>
                </a:lnTo>
                <a:lnTo>
                  <a:pt x="2498" y="4180"/>
                </a:lnTo>
                <a:lnTo>
                  <a:pt x="2369" y="4210"/>
                </a:lnTo>
                <a:lnTo>
                  <a:pt x="2240" y="4231"/>
                </a:lnTo>
                <a:lnTo>
                  <a:pt x="2109" y="4243"/>
                </a:lnTo>
                <a:lnTo>
                  <a:pt x="1978" y="4248"/>
                </a:lnTo>
                <a:lnTo>
                  <a:pt x="1848" y="4244"/>
                </a:lnTo>
                <a:lnTo>
                  <a:pt x="1719" y="4231"/>
                </a:lnTo>
                <a:lnTo>
                  <a:pt x="1591" y="4210"/>
                </a:lnTo>
                <a:lnTo>
                  <a:pt x="1465" y="4182"/>
                </a:lnTo>
                <a:lnTo>
                  <a:pt x="1341" y="4144"/>
                </a:lnTo>
                <a:lnTo>
                  <a:pt x="1221" y="4099"/>
                </a:lnTo>
                <a:lnTo>
                  <a:pt x="1103" y="4047"/>
                </a:lnTo>
                <a:lnTo>
                  <a:pt x="990" y="3986"/>
                </a:lnTo>
                <a:lnTo>
                  <a:pt x="881" y="3918"/>
                </a:lnTo>
              </a:path>
            </a:pathLst>
          </a:custGeom>
          <a:noFill/>
          <a:ln w="8890">
            <a:solidFill>
              <a:srgbClr val="34335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7" name="Oval 246"/>
          <p:cNvSpPr/>
          <p:nvPr/>
        </p:nvSpPr>
        <p:spPr>
          <a:xfrm>
            <a:off x="7810934" y="1904767"/>
            <a:ext cx="25603" cy="25603"/>
          </a:xfrm>
          <a:prstGeom prst="ellipse">
            <a:avLst/>
          </a:prstGeom>
          <a:solidFill>
            <a:srgbClr val="41697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8" name="Oval 247"/>
          <p:cNvSpPr/>
          <p:nvPr/>
        </p:nvSpPr>
        <p:spPr>
          <a:xfrm>
            <a:off x="8528398" y="1414544"/>
            <a:ext cx="40233" cy="40233"/>
          </a:xfrm>
          <a:prstGeom prst="ellipse">
            <a:avLst/>
          </a:prstGeom>
          <a:solidFill>
            <a:srgbClr val="73BBD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9" name="Oval 248"/>
          <p:cNvSpPr/>
          <p:nvPr/>
        </p:nvSpPr>
        <p:spPr>
          <a:xfrm>
            <a:off x="9378436" y="1297732"/>
            <a:ext cx="25603" cy="25603"/>
          </a:xfrm>
          <a:prstGeom prst="ellipse">
            <a:avLst/>
          </a:prstGeom>
          <a:solidFill>
            <a:srgbClr val="41697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0" name="Oval 249"/>
          <p:cNvSpPr/>
          <p:nvPr/>
        </p:nvSpPr>
        <p:spPr>
          <a:xfrm>
            <a:off x="10172189" y="1556972"/>
            <a:ext cx="25603" cy="25603"/>
          </a:xfrm>
          <a:prstGeom prst="ellipse">
            <a:avLst/>
          </a:prstGeom>
          <a:solidFill>
            <a:srgbClr val="41697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1" name="Oval 250"/>
          <p:cNvSpPr/>
          <p:nvPr/>
        </p:nvSpPr>
        <p:spPr>
          <a:xfrm>
            <a:off x="10752447" y="2140917"/>
            <a:ext cx="40233" cy="40233"/>
          </a:xfrm>
          <a:prstGeom prst="ellipse">
            <a:avLst/>
          </a:prstGeom>
          <a:solidFill>
            <a:srgbClr val="73BBD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2" name="Oval 251"/>
          <p:cNvSpPr/>
          <p:nvPr/>
        </p:nvSpPr>
        <p:spPr>
          <a:xfrm>
            <a:off x="11024778" y="2954408"/>
            <a:ext cx="25603" cy="25603"/>
          </a:xfrm>
          <a:prstGeom prst="ellipse">
            <a:avLst/>
          </a:prstGeom>
          <a:solidFill>
            <a:srgbClr val="41697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3" name="Oval 252"/>
          <p:cNvSpPr/>
          <p:nvPr/>
        </p:nvSpPr>
        <p:spPr>
          <a:xfrm>
            <a:off x="10914746" y="3815824"/>
            <a:ext cx="25603" cy="25603"/>
          </a:xfrm>
          <a:prstGeom prst="ellipse">
            <a:avLst/>
          </a:prstGeom>
          <a:solidFill>
            <a:srgbClr val="41697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4" name="Oval 253"/>
          <p:cNvSpPr/>
          <p:nvPr/>
        </p:nvSpPr>
        <p:spPr>
          <a:xfrm>
            <a:off x="10444146" y="4554553"/>
            <a:ext cx="40233" cy="40233"/>
          </a:xfrm>
          <a:prstGeom prst="ellipse">
            <a:avLst/>
          </a:prstGeom>
          <a:solidFill>
            <a:srgbClr val="73BBD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5" name="Oval 254"/>
          <p:cNvSpPr/>
          <p:nvPr/>
        </p:nvSpPr>
        <p:spPr>
          <a:xfrm>
            <a:off x="9726682" y="5044777"/>
            <a:ext cx="25603" cy="25603"/>
          </a:xfrm>
          <a:prstGeom prst="ellipse">
            <a:avLst/>
          </a:prstGeom>
          <a:solidFill>
            <a:srgbClr val="41697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6" name="Oval 255"/>
          <p:cNvSpPr/>
          <p:nvPr/>
        </p:nvSpPr>
        <p:spPr>
          <a:xfrm>
            <a:off x="8883960" y="5168904"/>
            <a:ext cx="25603" cy="25603"/>
          </a:xfrm>
          <a:prstGeom prst="ellipse">
            <a:avLst/>
          </a:prstGeom>
          <a:solidFill>
            <a:srgbClr val="41697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7" name="Oval 256"/>
          <p:cNvSpPr/>
          <p:nvPr/>
        </p:nvSpPr>
        <p:spPr>
          <a:xfrm>
            <a:off x="8082891" y="4902349"/>
            <a:ext cx="40233" cy="40233"/>
          </a:xfrm>
          <a:prstGeom prst="ellipse">
            <a:avLst/>
          </a:prstGeom>
          <a:solidFill>
            <a:srgbClr val="73BBD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8" name="Oval 257"/>
          <p:cNvSpPr/>
          <p:nvPr/>
        </p:nvSpPr>
        <p:spPr>
          <a:xfrm>
            <a:off x="7502634" y="4318403"/>
            <a:ext cx="25603" cy="25603"/>
          </a:xfrm>
          <a:prstGeom prst="ellipse">
            <a:avLst/>
          </a:prstGeom>
          <a:solidFill>
            <a:srgbClr val="41697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9" name="Oval 258"/>
          <p:cNvSpPr/>
          <p:nvPr/>
        </p:nvSpPr>
        <p:spPr>
          <a:xfrm>
            <a:off x="7237618" y="3512228"/>
            <a:ext cx="25603" cy="25603"/>
          </a:xfrm>
          <a:prstGeom prst="ellipse">
            <a:avLst/>
          </a:prstGeom>
          <a:solidFill>
            <a:srgbClr val="41697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0" name="Oval 259"/>
          <p:cNvSpPr/>
          <p:nvPr/>
        </p:nvSpPr>
        <p:spPr>
          <a:xfrm>
            <a:off x="7340334" y="2643496"/>
            <a:ext cx="40233" cy="40233"/>
          </a:xfrm>
          <a:prstGeom prst="ellipse">
            <a:avLst/>
          </a:prstGeom>
          <a:solidFill>
            <a:srgbClr val="73BBD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1" name="Freeform 260"/>
          <p:cNvSpPr/>
          <p:nvPr/>
        </p:nvSpPr>
        <p:spPr>
          <a:xfrm>
            <a:off x="7501198" y="1605898"/>
            <a:ext cx="3277604" cy="3277604"/>
          </a:xfrm>
          <a:custGeom>
            <a:avLst/>
            <a:gdLst/>
            <a:ahLst/>
            <a:cxnLst/>
            <a:rect l="l" t="t" r="r" b="b"/>
            <a:pathLst>
              <a:path w="3586" h="3586">
                <a:moveTo>
                  <a:pt x="474" y="3112"/>
                </a:moveTo>
                <a:lnTo>
                  <a:pt x="400" y="3033"/>
                </a:lnTo>
                <a:lnTo>
                  <a:pt x="332" y="2950"/>
                </a:lnTo>
                <a:lnTo>
                  <a:pt x="270" y="2861"/>
                </a:lnTo>
                <a:lnTo>
                  <a:pt x="213" y="2769"/>
                </a:lnTo>
                <a:lnTo>
                  <a:pt x="163" y="2672"/>
                </a:lnTo>
                <a:lnTo>
                  <a:pt x="119" y="2572"/>
                </a:lnTo>
                <a:lnTo>
                  <a:pt x="82" y="2469"/>
                </a:lnTo>
                <a:lnTo>
                  <a:pt x="52" y="2364"/>
                </a:lnTo>
                <a:lnTo>
                  <a:pt x="28" y="2256"/>
                </a:lnTo>
                <a:lnTo>
                  <a:pt x="12" y="2146"/>
                </a:lnTo>
                <a:lnTo>
                  <a:pt x="2" y="2035"/>
                </a:lnTo>
                <a:lnTo>
                  <a:pt x="0" y="1923"/>
                </a:lnTo>
                <a:lnTo>
                  <a:pt x="4" y="1810"/>
                </a:lnTo>
                <a:lnTo>
                  <a:pt x="16" y="1698"/>
                </a:lnTo>
                <a:lnTo>
                  <a:pt x="35" y="1586"/>
                </a:lnTo>
                <a:lnTo>
                  <a:pt x="60" y="1474"/>
                </a:lnTo>
                <a:lnTo>
                  <a:pt x="93" y="1364"/>
                </a:lnTo>
                <a:lnTo>
                  <a:pt x="132" y="1255"/>
                </a:lnTo>
                <a:lnTo>
                  <a:pt x="178" y="1149"/>
                </a:lnTo>
                <a:lnTo>
                  <a:pt x="230" y="1045"/>
                </a:lnTo>
                <a:lnTo>
                  <a:pt x="288" y="944"/>
                </a:lnTo>
                <a:lnTo>
                  <a:pt x="352" y="847"/>
                </a:lnTo>
                <a:lnTo>
                  <a:pt x="422" y="753"/>
                </a:lnTo>
                <a:lnTo>
                  <a:pt x="498" y="663"/>
                </a:lnTo>
                <a:lnTo>
                  <a:pt x="578" y="578"/>
                </a:lnTo>
                <a:lnTo>
                  <a:pt x="663" y="498"/>
                </a:lnTo>
                <a:lnTo>
                  <a:pt x="753" y="422"/>
                </a:lnTo>
                <a:lnTo>
                  <a:pt x="847" y="352"/>
                </a:lnTo>
                <a:lnTo>
                  <a:pt x="944" y="288"/>
                </a:lnTo>
                <a:lnTo>
                  <a:pt x="1045" y="230"/>
                </a:lnTo>
                <a:lnTo>
                  <a:pt x="1149" y="178"/>
                </a:lnTo>
                <a:lnTo>
                  <a:pt x="1255" y="132"/>
                </a:lnTo>
                <a:lnTo>
                  <a:pt x="1364" y="93"/>
                </a:lnTo>
                <a:lnTo>
                  <a:pt x="1474" y="60"/>
                </a:lnTo>
                <a:lnTo>
                  <a:pt x="1586" y="35"/>
                </a:lnTo>
                <a:lnTo>
                  <a:pt x="1698" y="16"/>
                </a:lnTo>
                <a:lnTo>
                  <a:pt x="1810" y="4"/>
                </a:lnTo>
                <a:lnTo>
                  <a:pt x="1923" y="0"/>
                </a:lnTo>
                <a:lnTo>
                  <a:pt x="2035" y="2"/>
                </a:lnTo>
                <a:lnTo>
                  <a:pt x="2146" y="12"/>
                </a:lnTo>
                <a:lnTo>
                  <a:pt x="2256" y="28"/>
                </a:lnTo>
                <a:lnTo>
                  <a:pt x="2364" y="52"/>
                </a:lnTo>
                <a:lnTo>
                  <a:pt x="2469" y="82"/>
                </a:lnTo>
                <a:lnTo>
                  <a:pt x="2572" y="119"/>
                </a:lnTo>
                <a:lnTo>
                  <a:pt x="2672" y="163"/>
                </a:lnTo>
                <a:lnTo>
                  <a:pt x="2769" y="213"/>
                </a:lnTo>
                <a:lnTo>
                  <a:pt x="2861" y="270"/>
                </a:lnTo>
                <a:lnTo>
                  <a:pt x="2950" y="332"/>
                </a:lnTo>
                <a:lnTo>
                  <a:pt x="3033" y="400"/>
                </a:lnTo>
                <a:lnTo>
                  <a:pt x="3112" y="474"/>
                </a:lnTo>
                <a:lnTo>
                  <a:pt x="3186" y="553"/>
                </a:lnTo>
                <a:lnTo>
                  <a:pt x="3254" y="636"/>
                </a:lnTo>
                <a:lnTo>
                  <a:pt x="3316" y="725"/>
                </a:lnTo>
                <a:lnTo>
                  <a:pt x="3373" y="817"/>
                </a:lnTo>
                <a:lnTo>
                  <a:pt x="3423" y="914"/>
                </a:lnTo>
                <a:lnTo>
                  <a:pt x="3467" y="1014"/>
                </a:lnTo>
                <a:lnTo>
                  <a:pt x="3504" y="1117"/>
                </a:lnTo>
                <a:lnTo>
                  <a:pt x="3534" y="1222"/>
                </a:lnTo>
                <a:lnTo>
                  <a:pt x="3558" y="1330"/>
                </a:lnTo>
                <a:lnTo>
                  <a:pt x="3574" y="1440"/>
                </a:lnTo>
                <a:lnTo>
                  <a:pt x="3584" y="1551"/>
                </a:lnTo>
                <a:lnTo>
                  <a:pt x="3586" y="1663"/>
                </a:lnTo>
                <a:lnTo>
                  <a:pt x="3582" y="1776"/>
                </a:lnTo>
                <a:lnTo>
                  <a:pt x="3570" y="1888"/>
                </a:lnTo>
                <a:lnTo>
                  <a:pt x="3551" y="2000"/>
                </a:lnTo>
                <a:lnTo>
                  <a:pt x="3526" y="2112"/>
                </a:lnTo>
                <a:lnTo>
                  <a:pt x="3493" y="2222"/>
                </a:lnTo>
                <a:lnTo>
                  <a:pt x="3454" y="2331"/>
                </a:lnTo>
                <a:lnTo>
                  <a:pt x="3408" y="2437"/>
                </a:lnTo>
                <a:lnTo>
                  <a:pt x="3356" y="2541"/>
                </a:lnTo>
                <a:lnTo>
                  <a:pt x="3298" y="2642"/>
                </a:lnTo>
                <a:lnTo>
                  <a:pt x="3234" y="2739"/>
                </a:lnTo>
                <a:lnTo>
                  <a:pt x="3164" y="2833"/>
                </a:lnTo>
                <a:lnTo>
                  <a:pt x="3088" y="2923"/>
                </a:lnTo>
                <a:lnTo>
                  <a:pt x="3008" y="3008"/>
                </a:lnTo>
                <a:lnTo>
                  <a:pt x="2923" y="3088"/>
                </a:lnTo>
                <a:lnTo>
                  <a:pt x="2833" y="3164"/>
                </a:lnTo>
                <a:lnTo>
                  <a:pt x="2739" y="3234"/>
                </a:lnTo>
                <a:lnTo>
                  <a:pt x="2642" y="3298"/>
                </a:lnTo>
                <a:lnTo>
                  <a:pt x="2541" y="3356"/>
                </a:lnTo>
                <a:lnTo>
                  <a:pt x="2437" y="3408"/>
                </a:lnTo>
                <a:lnTo>
                  <a:pt x="2331" y="3454"/>
                </a:lnTo>
                <a:lnTo>
                  <a:pt x="2222" y="3493"/>
                </a:lnTo>
                <a:lnTo>
                  <a:pt x="2112" y="3526"/>
                </a:lnTo>
                <a:lnTo>
                  <a:pt x="2000" y="3551"/>
                </a:lnTo>
                <a:lnTo>
                  <a:pt x="1888" y="3570"/>
                </a:lnTo>
                <a:lnTo>
                  <a:pt x="1776" y="3582"/>
                </a:lnTo>
                <a:lnTo>
                  <a:pt x="1663" y="3586"/>
                </a:lnTo>
                <a:lnTo>
                  <a:pt x="1551" y="3584"/>
                </a:lnTo>
                <a:lnTo>
                  <a:pt x="1440" y="3574"/>
                </a:lnTo>
                <a:lnTo>
                  <a:pt x="1330" y="3558"/>
                </a:lnTo>
                <a:lnTo>
                  <a:pt x="1222" y="3534"/>
                </a:lnTo>
                <a:lnTo>
                  <a:pt x="1117" y="3504"/>
                </a:lnTo>
                <a:lnTo>
                  <a:pt x="1014" y="3467"/>
                </a:lnTo>
                <a:lnTo>
                  <a:pt x="914" y="3423"/>
                </a:lnTo>
                <a:lnTo>
                  <a:pt x="817" y="3373"/>
                </a:lnTo>
                <a:lnTo>
                  <a:pt x="725" y="3316"/>
                </a:lnTo>
                <a:lnTo>
                  <a:pt x="636" y="3254"/>
                </a:lnTo>
                <a:lnTo>
                  <a:pt x="553" y="3186"/>
                </a:lnTo>
                <a:lnTo>
                  <a:pt x="474" y="3112"/>
                </a:lnTo>
              </a:path>
            </a:pathLst>
          </a:custGeom>
          <a:noFill/>
          <a:ln w="8890">
            <a:solidFill>
              <a:srgbClr val="273E4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2" name="Oval 261"/>
          <p:cNvSpPr/>
          <p:nvPr/>
        </p:nvSpPr>
        <p:spPr>
          <a:xfrm>
            <a:off x="8492729" y="1769410"/>
            <a:ext cx="40233" cy="40233"/>
          </a:xfrm>
          <a:prstGeom prst="ellipse">
            <a:avLst/>
          </a:prstGeom>
          <a:solidFill>
            <a:srgbClr val="A193D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3" name="Oval 262"/>
          <p:cNvSpPr/>
          <p:nvPr/>
        </p:nvSpPr>
        <p:spPr>
          <a:xfrm>
            <a:off x="9219254" y="1594107"/>
            <a:ext cx="25603" cy="25603"/>
          </a:xfrm>
          <a:prstGeom prst="ellipse">
            <a:avLst/>
          </a:prstGeom>
          <a:solidFill>
            <a:srgbClr val="5A548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4" name="Oval 263"/>
          <p:cNvSpPr/>
          <p:nvPr/>
        </p:nvSpPr>
        <p:spPr>
          <a:xfrm>
            <a:off x="9921023" y="1736155"/>
            <a:ext cx="25603" cy="25603"/>
          </a:xfrm>
          <a:prstGeom prst="ellipse">
            <a:avLst/>
          </a:prstGeom>
          <a:solidFill>
            <a:srgbClr val="5A548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5" name="Oval 264"/>
          <p:cNvSpPr/>
          <p:nvPr/>
        </p:nvSpPr>
        <p:spPr>
          <a:xfrm>
            <a:off x="10459043" y="2167419"/>
            <a:ext cx="40233" cy="40233"/>
          </a:xfrm>
          <a:prstGeom prst="ellipse">
            <a:avLst/>
          </a:prstGeom>
          <a:solidFill>
            <a:srgbClr val="A193D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6" name="Oval 265"/>
          <p:cNvSpPr/>
          <p:nvPr/>
        </p:nvSpPr>
        <p:spPr>
          <a:xfrm>
            <a:off x="10747248" y="2822979"/>
            <a:ext cx="25603" cy="25603"/>
          </a:xfrm>
          <a:prstGeom prst="ellipse">
            <a:avLst/>
          </a:prstGeom>
          <a:solidFill>
            <a:srgbClr val="5A548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7" name="Oval 266"/>
          <p:cNvSpPr/>
          <p:nvPr/>
        </p:nvSpPr>
        <p:spPr>
          <a:xfrm>
            <a:off x="10708059" y="3552496"/>
            <a:ext cx="25603" cy="25603"/>
          </a:xfrm>
          <a:prstGeom prst="ellipse">
            <a:avLst/>
          </a:prstGeom>
          <a:solidFill>
            <a:srgbClr val="5A548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8" name="Oval 267"/>
          <p:cNvSpPr/>
          <p:nvPr/>
        </p:nvSpPr>
        <p:spPr>
          <a:xfrm>
            <a:off x="10349238" y="4211481"/>
            <a:ext cx="40233" cy="40233"/>
          </a:xfrm>
          <a:prstGeom prst="ellipse">
            <a:avLst/>
          </a:prstGeom>
          <a:solidFill>
            <a:srgbClr val="A193D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9" name="Oval 268"/>
          <p:cNvSpPr/>
          <p:nvPr/>
        </p:nvSpPr>
        <p:spPr>
          <a:xfrm>
            <a:off x="9762352" y="4689910"/>
            <a:ext cx="25603" cy="25603"/>
          </a:xfrm>
          <a:prstGeom prst="ellipse">
            <a:avLst/>
          </a:prstGeom>
          <a:solidFill>
            <a:srgbClr val="5A548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0" name="Oval 269"/>
          <p:cNvSpPr/>
          <p:nvPr/>
        </p:nvSpPr>
        <p:spPr>
          <a:xfrm>
            <a:off x="9043142" y="4872528"/>
            <a:ext cx="25603" cy="25603"/>
          </a:xfrm>
          <a:prstGeom prst="ellipse">
            <a:avLst/>
          </a:prstGeom>
          <a:solidFill>
            <a:srgbClr val="5A548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1" name="Oval 270"/>
          <p:cNvSpPr/>
          <p:nvPr/>
        </p:nvSpPr>
        <p:spPr>
          <a:xfrm>
            <a:off x="8334057" y="4723166"/>
            <a:ext cx="40233" cy="40233"/>
          </a:xfrm>
          <a:prstGeom prst="ellipse">
            <a:avLst/>
          </a:prstGeom>
          <a:solidFill>
            <a:srgbClr val="A193D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2" name="Oval 271"/>
          <p:cNvSpPr/>
          <p:nvPr/>
        </p:nvSpPr>
        <p:spPr>
          <a:xfrm>
            <a:off x="7796038" y="4291902"/>
            <a:ext cx="25603" cy="25603"/>
          </a:xfrm>
          <a:prstGeom prst="ellipse">
            <a:avLst/>
          </a:prstGeom>
          <a:solidFill>
            <a:srgbClr val="5A548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3" name="Oval 272"/>
          <p:cNvSpPr/>
          <p:nvPr/>
        </p:nvSpPr>
        <p:spPr>
          <a:xfrm>
            <a:off x="7515148" y="3643657"/>
            <a:ext cx="25603" cy="25603"/>
          </a:xfrm>
          <a:prstGeom prst="ellipse">
            <a:avLst/>
          </a:prstGeom>
          <a:solidFill>
            <a:srgbClr val="5A548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4" name="Oval 273"/>
          <p:cNvSpPr/>
          <p:nvPr/>
        </p:nvSpPr>
        <p:spPr>
          <a:xfrm>
            <a:off x="7547022" y="2906825"/>
            <a:ext cx="40233" cy="40233"/>
          </a:xfrm>
          <a:prstGeom prst="ellipse">
            <a:avLst/>
          </a:prstGeom>
          <a:solidFill>
            <a:srgbClr val="A193D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5" name="Oval 274"/>
          <p:cNvSpPr/>
          <p:nvPr/>
        </p:nvSpPr>
        <p:spPr>
          <a:xfrm>
            <a:off x="7905842" y="2247840"/>
            <a:ext cx="25603" cy="25603"/>
          </a:xfrm>
          <a:prstGeom prst="ellipse">
            <a:avLst/>
          </a:prstGeom>
          <a:solidFill>
            <a:srgbClr val="5A548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6" name="Freeform 275"/>
          <p:cNvSpPr/>
          <p:nvPr/>
        </p:nvSpPr>
        <p:spPr>
          <a:xfrm>
            <a:off x="7610878" y="1838968"/>
            <a:ext cx="3058244" cy="2811464"/>
          </a:xfrm>
          <a:custGeom>
            <a:avLst/>
            <a:gdLst/>
            <a:ahLst/>
            <a:cxnLst/>
            <a:rect l="l" t="t" r="r" b="b"/>
            <a:pathLst>
              <a:path w="3346" h="3076">
                <a:moveTo>
                  <a:pt x="198" y="2524"/>
                </a:moveTo>
                <a:lnTo>
                  <a:pt x="151" y="2448"/>
                </a:lnTo>
                <a:lnTo>
                  <a:pt x="111" y="2368"/>
                </a:lnTo>
                <a:lnTo>
                  <a:pt x="76" y="2285"/>
                </a:lnTo>
                <a:lnTo>
                  <a:pt x="48" y="2199"/>
                </a:lnTo>
                <a:lnTo>
                  <a:pt x="26" y="2111"/>
                </a:lnTo>
                <a:lnTo>
                  <a:pt x="11" y="2020"/>
                </a:lnTo>
                <a:lnTo>
                  <a:pt x="2" y="1927"/>
                </a:lnTo>
                <a:lnTo>
                  <a:pt x="0" y="1833"/>
                </a:lnTo>
                <a:lnTo>
                  <a:pt x="5" y="1738"/>
                </a:lnTo>
                <a:lnTo>
                  <a:pt x="16" y="1642"/>
                </a:lnTo>
                <a:lnTo>
                  <a:pt x="34" y="1545"/>
                </a:lnTo>
                <a:lnTo>
                  <a:pt x="58" y="1448"/>
                </a:lnTo>
                <a:lnTo>
                  <a:pt x="88" y="1352"/>
                </a:lnTo>
                <a:lnTo>
                  <a:pt x="125" y="1257"/>
                </a:lnTo>
                <a:lnTo>
                  <a:pt x="168" y="1162"/>
                </a:lnTo>
                <a:lnTo>
                  <a:pt x="217" y="1069"/>
                </a:lnTo>
                <a:lnTo>
                  <a:pt x="271" y="978"/>
                </a:lnTo>
                <a:lnTo>
                  <a:pt x="331" y="890"/>
                </a:lnTo>
                <a:lnTo>
                  <a:pt x="397" y="803"/>
                </a:lnTo>
                <a:lnTo>
                  <a:pt x="467" y="720"/>
                </a:lnTo>
                <a:lnTo>
                  <a:pt x="542" y="640"/>
                </a:lnTo>
                <a:lnTo>
                  <a:pt x="622" y="563"/>
                </a:lnTo>
                <a:lnTo>
                  <a:pt x="706" y="490"/>
                </a:lnTo>
                <a:lnTo>
                  <a:pt x="793" y="422"/>
                </a:lnTo>
                <a:lnTo>
                  <a:pt x="884" y="358"/>
                </a:lnTo>
                <a:lnTo>
                  <a:pt x="978" y="298"/>
                </a:lnTo>
                <a:lnTo>
                  <a:pt x="1075" y="243"/>
                </a:lnTo>
                <a:lnTo>
                  <a:pt x="1175" y="194"/>
                </a:lnTo>
                <a:lnTo>
                  <a:pt x="1276" y="150"/>
                </a:lnTo>
                <a:lnTo>
                  <a:pt x="1379" y="111"/>
                </a:lnTo>
                <a:lnTo>
                  <a:pt x="1483" y="78"/>
                </a:lnTo>
                <a:lnTo>
                  <a:pt x="1587" y="50"/>
                </a:lnTo>
                <a:lnTo>
                  <a:pt x="1692" y="29"/>
                </a:lnTo>
                <a:lnTo>
                  <a:pt x="1797" y="13"/>
                </a:lnTo>
                <a:lnTo>
                  <a:pt x="1902" y="4"/>
                </a:lnTo>
                <a:lnTo>
                  <a:pt x="2006" y="0"/>
                </a:lnTo>
                <a:lnTo>
                  <a:pt x="2108" y="3"/>
                </a:lnTo>
                <a:lnTo>
                  <a:pt x="2208" y="11"/>
                </a:lnTo>
                <a:lnTo>
                  <a:pt x="2307" y="26"/>
                </a:lnTo>
                <a:lnTo>
                  <a:pt x="2403" y="47"/>
                </a:lnTo>
                <a:lnTo>
                  <a:pt x="2496" y="73"/>
                </a:lnTo>
                <a:lnTo>
                  <a:pt x="2586" y="106"/>
                </a:lnTo>
                <a:lnTo>
                  <a:pt x="2672" y="144"/>
                </a:lnTo>
                <a:lnTo>
                  <a:pt x="2754" y="187"/>
                </a:lnTo>
                <a:lnTo>
                  <a:pt x="2832" y="236"/>
                </a:lnTo>
                <a:lnTo>
                  <a:pt x="2906" y="290"/>
                </a:lnTo>
                <a:lnTo>
                  <a:pt x="2974" y="349"/>
                </a:lnTo>
                <a:lnTo>
                  <a:pt x="3038" y="412"/>
                </a:lnTo>
                <a:lnTo>
                  <a:pt x="3096" y="480"/>
                </a:lnTo>
                <a:lnTo>
                  <a:pt x="3148" y="552"/>
                </a:lnTo>
                <a:lnTo>
                  <a:pt x="3195" y="628"/>
                </a:lnTo>
                <a:lnTo>
                  <a:pt x="3235" y="708"/>
                </a:lnTo>
                <a:lnTo>
                  <a:pt x="3270" y="791"/>
                </a:lnTo>
                <a:lnTo>
                  <a:pt x="3298" y="877"/>
                </a:lnTo>
                <a:lnTo>
                  <a:pt x="3320" y="965"/>
                </a:lnTo>
                <a:lnTo>
                  <a:pt x="3335" y="1056"/>
                </a:lnTo>
                <a:lnTo>
                  <a:pt x="3344" y="1149"/>
                </a:lnTo>
                <a:lnTo>
                  <a:pt x="3346" y="1243"/>
                </a:lnTo>
                <a:lnTo>
                  <a:pt x="3341" y="1338"/>
                </a:lnTo>
                <a:lnTo>
                  <a:pt x="3330" y="1434"/>
                </a:lnTo>
                <a:lnTo>
                  <a:pt x="3312" y="1531"/>
                </a:lnTo>
                <a:lnTo>
                  <a:pt x="3288" y="1628"/>
                </a:lnTo>
                <a:lnTo>
                  <a:pt x="3258" y="1724"/>
                </a:lnTo>
                <a:lnTo>
                  <a:pt x="3221" y="1819"/>
                </a:lnTo>
                <a:lnTo>
                  <a:pt x="3178" y="1914"/>
                </a:lnTo>
                <a:lnTo>
                  <a:pt x="3129" y="2007"/>
                </a:lnTo>
                <a:lnTo>
                  <a:pt x="3075" y="2098"/>
                </a:lnTo>
                <a:lnTo>
                  <a:pt x="3015" y="2186"/>
                </a:lnTo>
                <a:lnTo>
                  <a:pt x="2949" y="2273"/>
                </a:lnTo>
                <a:lnTo>
                  <a:pt x="2879" y="2356"/>
                </a:lnTo>
                <a:lnTo>
                  <a:pt x="2804" y="2436"/>
                </a:lnTo>
                <a:lnTo>
                  <a:pt x="2724" y="2513"/>
                </a:lnTo>
                <a:lnTo>
                  <a:pt x="2640" y="2586"/>
                </a:lnTo>
                <a:lnTo>
                  <a:pt x="2553" y="2654"/>
                </a:lnTo>
                <a:lnTo>
                  <a:pt x="2462" y="2718"/>
                </a:lnTo>
                <a:lnTo>
                  <a:pt x="2368" y="2778"/>
                </a:lnTo>
                <a:lnTo>
                  <a:pt x="2271" y="2833"/>
                </a:lnTo>
                <a:lnTo>
                  <a:pt x="2171" y="2882"/>
                </a:lnTo>
                <a:lnTo>
                  <a:pt x="2070" y="2926"/>
                </a:lnTo>
                <a:lnTo>
                  <a:pt x="1967" y="2965"/>
                </a:lnTo>
                <a:lnTo>
                  <a:pt x="1863" y="2998"/>
                </a:lnTo>
                <a:lnTo>
                  <a:pt x="1759" y="3026"/>
                </a:lnTo>
                <a:lnTo>
                  <a:pt x="1654" y="3047"/>
                </a:lnTo>
                <a:lnTo>
                  <a:pt x="1549" y="3063"/>
                </a:lnTo>
                <a:lnTo>
                  <a:pt x="1444" y="3072"/>
                </a:lnTo>
                <a:lnTo>
                  <a:pt x="1340" y="3076"/>
                </a:lnTo>
                <a:lnTo>
                  <a:pt x="1238" y="3073"/>
                </a:lnTo>
                <a:lnTo>
                  <a:pt x="1138" y="3065"/>
                </a:lnTo>
                <a:lnTo>
                  <a:pt x="1039" y="3050"/>
                </a:lnTo>
                <a:lnTo>
                  <a:pt x="943" y="3029"/>
                </a:lnTo>
                <a:lnTo>
                  <a:pt x="850" y="3003"/>
                </a:lnTo>
                <a:lnTo>
                  <a:pt x="760" y="2970"/>
                </a:lnTo>
                <a:lnTo>
                  <a:pt x="674" y="2932"/>
                </a:lnTo>
                <a:lnTo>
                  <a:pt x="592" y="2889"/>
                </a:lnTo>
                <a:lnTo>
                  <a:pt x="514" y="2840"/>
                </a:lnTo>
                <a:lnTo>
                  <a:pt x="440" y="2786"/>
                </a:lnTo>
                <a:lnTo>
                  <a:pt x="372" y="2727"/>
                </a:lnTo>
                <a:lnTo>
                  <a:pt x="308" y="2664"/>
                </a:lnTo>
                <a:lnTo>
                  <a:pt x="250" y="2596"/>
                </a:lnTo>
                <a:lnTo>
                  <a:pt x="198" y="2524"/>
                </a:lnTo>
              </a:path>
            </a:pathLst>
          </a:custGeom>
          <a:noFill/>
          <a:ln w="8890">
            <a:solidFill>
              <a:srgbClr val="34335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7" name="Oval 276"/>
          <p:cNvSpPr/>
          <p:nvPr/>
        </p:nvSpPr>
        <p:spPr>
          <a:xfrm>
            <a:off x="9159044" y="1851504"/>
            <a:ext cx="25603" cy="25603"/>
          </a:xfrm>
          <a:prstGeom prst="ellipse">
            <a:avLst/>
          </a:prstGeom>
          <a:solidFill>
            <a:srgbClr val="41697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8" name="Oval 277"/>
          <p:cNvSpPr/>
          <p:nvPr/>
        </p:nvSpPr>
        <p:spPr>
          <a:xfrm>
            <a:off x="9819848" y="1875197"/>
            <a:ext cx="25603" cy="25603"/>
          </a:xfrm>
          <a:prstGeom prst="ellipse">
            <a:avLst/>
          </a:prstGeom>
          <a:solidFill>
            <a:srgbClr val="41697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9" name="Oval 278"/>
          <p:cNvSpPr/>
          <p:nvPr/>
        </p:nvSpPr>
        <p:spPr>
          <a:xfrm>
            <a:off x="10336940" y="2160567"/>
            <a:ext cx="40233" cy="40233"/>
          </a:xfrm>
          <a:prstGeom prst="ellipse">
            <a:avLst/>
          </a:prstGeom>
          <a:solidFill>
            <a:srgbClr val="73BBD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0" name="Oval 279"/>
          <p:cNvSpPr/>
          <p:nvPr/>
        </p:nvSpPr>
        <p:spPr>
          <a:xfrm>
            <a:off x="10628403" y="2671591"/>
            <a:ext cx="25603" cy="25603"/>
          </a:xfrm>
          <a:prstGeom prst="ellipse">
            <a:avLst/>
          </a:prstGeom>
          <a:solidFill>
            <a:srgbClr val="41697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1" name="Oval 280"/>
          <p:cNvSpPr/>
          <p:nvPr/>
        </p:nvSpPr>
        <p:spPr>
          <a:xfrm>
            <a:off x="10616010" y="3286556"/>
            <a:ext cx="25603" cy="25603"/>
          </a:xfrm>
          <a:prstGeom prst="ellipse">
            <a:avLst/>
          </a:prstGeom>
          <a:solidFill>
            <a:srgbClr val="41697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2" name="Oval 281"/>
          <p:cNvSpPr/>
          <p:nvPr/>
        </p:nvSpPr>
        <p:spPr>
          <a:xfrm>
            <a:off x="10302217" y="3883661"/>
            <a:ext cx="40233" cy="40233"/>
          </a:xfrm>
          <a:prstGeom prst="ellipse">
            <a:avLst/>
          </a:prstGeom>
          <a:solidFill>
            <a:srgbClr val="73BBD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3" name="Oval 282"/>
          <p:cNvSpPr/>
          <p:nvPr/>
        </p:nvSpPr>
        <p:spPr>
          <a:xfrm>
            <a:off x="9769671" y="4365140"/>
            <a:ext cx="25603" cy="25603"/>
          </a:xfrm>
          <a:prstGeom prst="ellipse">
            <a:avLst/>
          </a:prstGeom>
          <a:solidFill>
            <a:srgbClr val="41697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4" name="Oval 283"/>
          <p:cNvSpPr/>
          <p:nvPr/>
        </p:nvSpPr>
        <p:spPr>
          <a:xfrm>
            <a:off x="9103352" y="4615132"/>
            <a:ext cx="25603" cy="25603"/>
          </a:xfrm>
          <a:prstGeom prst="ellipse">
            <a:avLst/>
          </a:prstGeom>
          <a:solidFill>
            <a:srgbClr val="41697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5" name="Oval 284"/>
          <p:cNvSpPr/>
          <p:nvPr/>
        </p:nvSpPr>
        <p:spPr>
          <a:xfrm>
            <a:off x="8435233" y="4584124"/>
            <a:ext cx="40233" cy="40233"/>
          </a:xfrm>
          <a:prstGeom prst="ellipse">
            <a:avLst/>
          </a:prstGeom>
          <a:solidFill>
            <a:srgbClr val="73BBD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6" name="Oval 285"/>
          <p:cNvSpPr/>
          <p:nvPr/>
        </p:nvSpPr>
        <p:spPr>
          <a:xfrm>
            <a:off x="7918140" y="4298753"/>
            <a:ext cx="25603" cy="25603"/>
          </a:xfrm>
          <a:prstGeom prst="ellipse">
            <a:avLst/>
          </a:prstGeom>
          <a:solidFill>
            <a:srgbClr val="41697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7" name="Oval 286"/>
          <p:cNvSpPr/>
          <p:nvPr/>
        </p:nvSpPr>
        <p:spPr>
          <a:xfrm>
            <a:off x="7633993" y="3795045"/>
            <a:ext cx="25603" cy="25603"/>
          </a:xfrm>
          <a:prstGeom prst="ellipse">
            <a:avLst/>
          </a:prstGeom>
          <a:solidFill>
            <a:srgbClr val="41697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8" name="Oval 287"/>
          <p:cNvSpPr/>
          <p:nvPr/>
        </p:nvSpPr>
        <p:spPr>
          <a:xfrm>
            <a:off x="7639070" y="3172765"/>
            <a:ext cx="40233" cy="40233"/>
          </a:xfrm>
          <a:prstGeom prst="ellipse">
            <a:avLst/>
          </a:prstGeom>
          <a:solidFill>
            <a:srgbClr val="73BBD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9" name="Oval 288"/>
          <p:cNvSpPr/>
          <p:nvPr/>
        </p:nvSpPr>
        <p:spPr>
          <a:xfrm>
            <a:off x="7952863" y="2575659"/>
            <a:ext cx="25603" cy="25603"/>
          </a:xfrm>
          <a:prstGeom prst="ellipse">
            <a:avLst/>
          </a:prstGeom>
          <a:solidFill>
            <a:srgbClr val="41697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0" name="Oval 289"/>
          <p:cNvSpPr/>
          <p:nvPr/>
        </p:nvSpPr>
        <p:spPr>
          <a:xfrm>
            <a:off x="8492725" y="2101496"/>
            <a:ext cx="25603" cy="25603"/>
          </a:xfrm>
          <a:prstGeom prst="ellipse">
            <a:avLst/>
          </a:prstGeom>
          <a:solidFill>
            <a:srgbClr val="41697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1" name="Freeform 290"/>
          <p:cNvSpPr/>
          <p:nvPr/>
        </p:nvSpPr>
        <p:spPr>
          <a:xfrm>
            <a:off x="7354958" y="1977896"/>
            <a:ext cx="3570084" cy="2533608"/>
          </a:xfrm>
          <a:custGeom>
            <a:avLst/>
            <a:gdLst/>
            <a:ahLst/>
            <a:cxnLst/>
            <a:rect l="l" t="t" r="r" b="b"/>
            <a:pathLst>
              <a:path w="3906" h="2772">
                <a:moveTo>
                  <a:pt x="58" y="2171"/>
                </a:moveTo>
                <a:lnTo>
                  <a:pt x="32" y="2097"/>
                </a:lnTo>
                <a:lnTo>
                  <a:pt x="14" y="2021"/>
                </a:lnTo>
                <a:lnTo>
                  <a:pt x="3" y="1943"/>
                </a:lnTo>
                <a:lnTo>
                  <a:pt x="0" y="1862"/>
                </a:lnTo>
                <a:lnTo>
                  <a:pt x="5" y="1779"/>
                </a:lnTo>
                <a:lnTo>
                  <a:pt x="17" y="1695"/>
                </a:lnTo>
                <a:lnTo>
                  <a:pt x="37" y="1609"/>
                </a:lnTo>
                <a:lnTo>
                  <a:pt x="65" y="1523"/>
                </a:lnTo>
                <a:lnTo>
                  <a:pt x="100" y="1436"/>
                </a:lnTo>
                <a:lnTo>
                  <a:pt x="142" y="1349"/>
                </a:lnTo>
                <a:lnTo>
                  <a:pt x="191" y="1262"/>
                </a:lnTo>
                <a:lnTo>
                  <a:pt x="248" y="1176"/>
                </a:lnTo>
                <a:lnTo>
                  <a:pt x="311" y="1090"/>
                </a:lnTo>
                <a:lnTo>
                  <a:pt x="381" y="1006"/>
                </a:lnTo>
                <a:lnTo>
                  <a:pt x="456" y="923"/>
                </a:lnTo>
                <a:lnTo>
                  <a:pt x="538" y="841"/>
                </a:lnTo>
                <a:lnTo>
                  <a:pt x="625" y="762"/>
                </a:lnTo>
                <a:lnTo>
                  <a:pt x="718" y="686"/>
                </a:lnTo>
                <a:lnTo>
                  <a:pt x="815" y="612"/>
                </a:lnTo>
                <a:lnTo>
                  <a:pt x="917" y="541"/>
                </a:lnTo>
                <a:lnTo>
                  <a:pt x="1023" y="474"/>
                </a:lnTo>
                <a:lnTo>
                  <a:pt x="1133" y="410"/>
                </a:lnTo>
                <a:lnTo>
                  <a:pt x="1246" y="350"/>
                </a:lnTo>
                <a:lnTo>
                  <a:pt x="1362" y="295"/>
                </a:lnTo>
                <a:lnTo>
                  <a:pt x="1480" y="243"/>
                </a:lnTo>
                <a:lnTo>
                  <a:pt x="1599" y="196"/>
                </a:lnTo>
                <a:lnTo>
                  <a:pt x="1721" y="154"/>
                </a:lnTo>
                <a:lnTo>
                  <a:pt x="1843" y="116"/>
                </a:lnTo>
                <a:lnTo>
                  <a:pt x="1966" y="84"/>
                </a:lnTo>
                <a:lnTo>
                  <a:pt x="2088" y="56"/>
                </a:lnTo>
                <a:lnTo>
                  <a:pt x="2210" y="34"/>
                </a:lnTo>
                <a:lnTo>
                  <a:pt x="2331" y="18"/>
                </a:lnTo>
                <a:lnTo>
                  <a:pt x="2451" y="6"/>
                </a:lnTo>
                <a:lnTo>
                  <a:pt x="2568" y="0"/>
                </a:lnTo>
                <a:lnTo>
                  <a:pt x="2684" y="0"/>
                </a:lnTo>
                <a:lnTo>
                  <a:pt x="2796" y="5"/>
                </a:lnTo>
                <a:lnTo>
                  <a:pt x="2905" y="16"/>
                </a:lnTo>
                <a:lnTo>
                  <a:pt x="3010" y="32"/>
                </a:lnTo>
                <a:lnTo>
                  <a:pt x="3111" y="53"/>
                </a:lnTo>
                <a:lnTo>
                  <a:pt x="3208" y="79"/>
                </a:lnTo>
                <a:lnTo>
                  <a:pt x="3299" y="111"/>
                </a:lnTo>
                <a:lnTo>
                  <a:pt x="3385" y="148"/>
                </a:lnTo>
                <a:lnTo>
                  <a:pt x="3466" y="189"/>
                </a:lnTo>
                <a:lnTo>
                  <a:pt x="3540" y="236"/>
                </a:lnTo>
                <a:lnTo>
                  <a:pt x="3609" y="286"/>
                </a:lnTo>
                <a:lnTo>
                  <a:pt x="3670" y="342"/>
                </a:lnTo>
                <a:lnTo>
                  <a:pt x="3725" y="401"/>
                </a:lnTo>
                <a:lnTo>
                  <a:pt x="3773" y="464"/>
                </a:lnTo>
                <a:lnTo>
                  <a:pt x="3814" y="531"/>
                </a:lnTo>
                <a:lnTo>
                  <a:pt x="3848" y="601"/>
                </a:lnTo>
                <a:lnTo>
                  <a:pt x="3874" y="675"/>
                </a:lnTo>
                <a:lnTo>
                  <a:pt x="3892" y="751"/>
                </a:lnTo>
                <a:lnTo>
                  <a:pt x="3903" y="829"/>
                </a:lnTo>
                <a:lnTo>
                  <a:pt x="3906" y="910"/>
                </a:lnTo>
                <a:lnTo>
                  <a:pt x="3901" y="993"/>
                </a:lnTo>
                <a:lnTo>
                  <a:pt x="3889" y="1077"/>
                </a:lnTo>
                <a:lnTo>
                  <a:pt x="3869" y="1163"/>
                </a:lnTo>
                <a:lnTo>
                  <a:pt x="3841" y="1249"/>
                </a:lnTo>
                <a:lnTo>
                  <a:pt x="3806" y="1336"/>
                </a:lnTo>
                <a:lnTo>
                  <a:pt x="3764" y="1423"/>
                </a:lnTo>
                <a:lnTo>
                  <a:pt x="3715" y="1510"/>
                </a:lnTo>
                <a:lnTo>
                  <a:pt x="3658" y="1596"/>
                </a:lnTo>
                <a:lnTo>
                  <a:pt x="3595" y="1682"/>
                </a:lnTo>
                <a:lnTo>
                  <a:pt x="3525" y="1766"/>
                </a:lnTo>
                <a:lnTo>
                  <a:pt x="3450" y="1849"/>
                </a:lnTo>
                <a:lnTo>
                  <a:pt x="3368" y="1931"/>
                </a:lnTo>
                <a:lnTo>
                  <a:pt x="3281" y="2010"/>
                </a:lnTo>
                <a:lnTo>
                  <a:pt x="3188" y="2086"/>
                </a:lnTo>
                <a:lnTo>
                  <a:pt x="3091" y="2160"/>
                </a:lnTo>
                <a:lnTo>
                  <a:pt x="2989" y="2231"/>
                </a:lnTo>
                <a:lnTo>
                  <a:pt x="2883" y="2298"/>
                </a:lnTo>
                <a:lnTo>
                  <a:pt x="2773" y="2362"/>
                </a:lnTo>
                <a:lnTo>
                  <a:pt x="2660" y="2422"/>
                </a:lnTo>
                <a:lnTo>
                  <a:pt x="2544" y="2477"/>
                </a:lnTo>
                <a:lnTo>
                  <a:pt x="2426" y="2529"/>
                </a:lnTo>
                <a:lnTo>
                  <a:pt x="2307" y="2576"/>
                </a:lnTo>
                <a:lnTo>
                  <a:pt x="2185" y="2618"/>
                </a:lnTo>
                <a:lnTo>
                  <a:pt x="2063" y="2656"/>
                </a:lnTo>
                <a:lnTo>
                  <a:pt x="1940" y="2688"/>
                </a:lnTo>
                <a:lnTo>
                  <a:pt x="1818" y="2716"/>
                </a:lnTo>
                <a:lnTo>
                  <a:pt x="1696" y="2738"/>
                </a:lnTo>
                <a:lnTo>
                  <a:pt x="1575" y="2754"/>
                </a:lnTo>
                <a:lnTo>
                  <a:pt x="1455" y="2766"/>
                </a:lnTo>
                <a:lnTo>
                  <a:pt x="1338" y="2772"/>
                </a:lnTo>
                <a:lnTo>
                  <a:pt x="1222" y="2772"/>
                </a:lnTo>
                <a:lnTo>
                  <a:pt x="1110" y="2767"/>
                </a:lnTo>
                <a:lnTo>
                  <a:pt x="1001" y="2756"/>
                </a:lnTo>
                <a:lnTo>
                  <a:pt x="896" y="2740"/>
                </a:lnTo>
                <a:lnTo>
                  <a:pt x="795" y="2719"/>
                </a:lnTo>
                <a:lnTo>
                  <a:pt x="698" y="2693"/>
                </a:lnTo>
                <a:lnTo>
                  <a:pt x="607" y="2661"/>
                </a:lnTo>
                <a:lnTo>
                  <a:pt x="521" y="2624"/>
                </a:lnTo>
                <a:lnTo>
                  <a:pt x="440" y="2583"/>
                </a:lnTo>
                <a:lnTo>
                  <a:pt x="366" y="2536"/>
                </a:lnTo>
                <a:lnTo>
                  <a:pt x="297" y="2486"/>
                </a:lnTo>
                <a:lnTo>
                  <a:pt x="236" y="2430"/>
                </a:lnTo>
                <a:lnTo>
                  <a:pt x="181" y="2371"/>
                </a:lnTo>
                <a:lnTo>
                  <a:pt x="133" y="2308"/>
                </a:lnTo>
                <a:lnTo>
                  <a:pt x="92" y="2241"/>
                </a:lnTo>
                <a:lnTo>
                  <a:pt x="58" y="2171"/>
                </a:lnTo>
              </a:path>
            </a:pathLst>
          </a:custGeom>
          <a:noFill/>
          <a:ln w="8890">
            <a:solidFill>
              <a:srgbClr val="273E4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2" name="Oval 291"/>
          <p:cNvSpPr/>
          <p:nvPr/>
        </p:nvSpPr>
        <p:spPr>
          <a:xfrm>
            <a:off x="9866405" y="1968443"/>
            <a:ext cx="25603" cy="25603"/>
          </a:xfrm>
          <a:prstGeom prst="ellipse">
            <a:avLst/>
          </a:prstGeom>
          <a:solidFill>
            <a:srgbClr val="41697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3" name="Oval 292"/>
          <p:cNvSpPr/>
          <p:nvPr/>
        </p:nvSpPr>
        <p:spPr>
          <a:xfrm>
            <a:off x="10531137" y="2145757"/>
            <a:ext cx="40233" cy="40233"/>
          </a:xfrm>
          <a:prstGeom prst="ellipse">
            <a:avLst/>
          </a:prstGeom>
          <a:solidFill>
            <a:srgbClr val="73BBD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4" name="Oval 293"/>
          <p:cNvSpPr/>
          <p:nvPr/>
        </p:nvSpPr>
        <p:spPr>
          <a:xfrm>
            <a:off x="10888115" y="2585174"/>
            <a:ext cx="25603" cy="25603"/>
          </a:xfrm>
          <a:prstGeom prst="ellipse">
            <a:avLst/>
          </a:prstGeom>
          <a:solidFill>
            <a:srgbClr val="41697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5" name="Oval 294"/>
          <p:cNvSpPr/>
          <p:nvPr/>
        </p:nvSpPr>
        <p:spPr>
          <a:xfrm>
            <a:off x="10835289" y="3165757"/>
            <a:ext cx="25603" cy="25603"/>
          </a:xfrm>
          <a:prstGeom prst="ellipse">
            <a:avLst/>
          </a:prstGeom>
          <a:solidFill>
            <a:srgbClr val="41697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6" name="Oval 295"/>
          <p:cNvSpPr/>
          <p:nvPr/>
        </p:nvSpPr>
        <p:spPr>
          <a:xfrm>
            <a:off x="10384761" y="3754503"/>
            <a:ext cx="40233" cy="40233"/>
          </a:xfrm>
          <a:prstGeom prst="ellipse">
            <a:avLst/>
          </a:prstGeom>
          <a:solidFill>
            <a:srgbClr val="73BBD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7" name="Oval 296"/>
          <p:cNvSpPr/>
          <p:nvPr/>
        </p:nvSpPr>
        <p:spPr>
          <a:xfrm>
            <a:off x="9660011" y="4236805"/>
            <a:ext cx="25603" cy="25603"/>
          </a:xfrm>
          <a:prstGeom prst="ellipse">
            <a:avLst/>
          </a:prstGeom>
          <a:solidFill>
            <a:srgbClr val="41697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8" name="Oval 297"/>
          <p:cNvSpPr/>
          <p:nvPr/>
        </p:nvSpPr>
        <p:spPr>
          <a:xfrm>
            <a:off x="8806802" y="4481906"/>
            <a:ext cx="25603" cy="25603"/>
          </a:xfrm>
          <a:prstGeom prst="ellipse">
            <a:avLst/>
          </a:prstGeom>
          <a:solidFill>
            <a:srgbClr val="41697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9" name="Oval 298"/>
          <p:cNvSpPr/>
          <p:nvPr/>
        </p:nvSpPr>
        <p:spPr>
          <a:xfrm>
            <a:off x="8020593" y="4433655"/>
            <a:ext cx="40233" cy="40233"/>
          </a:xfrm>
          <a:prstGeom prst="ellipse">
            <a:avLst/>
          </a:prstGeom>
          <a:solidFill>
            <a:srgbClr val="73BBD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0" name="Oval 299"/>
          <p:cNvSpPr/>
          <p:nvPr/>
        </p:nvSpPr>
        <p:spPr>
          <a:xfrm>
            <a:off x="7501764" y="4123376"/>
            <a:ext cx="25603" cy="25603"/>
          </a:xfrm>
          <a:prstGeom prst="ellipse">
            <a:avLst/>
          </a:prstGeom>
          <a:solidFill>
            <a:srgbClr val="41697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1" name="Oval 300"/>
          <p:cNvSpPr/>
          <p:nvPr/>
        </p:nvSpPr>
        <p:spPr>
          <a:xfrm>
            <a:off x="7348904" y="3601880"/>
            <a:ext cx="25603" cy="25603"/>
          </a:xfrm>
          <a:prstGeom prst="ellipse">
            <a:avLst/>
          </a:prstGeom>
          <a:solidFill>
            <a:srgbClr val="41697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2" name="Oval 301"/>
          <p:cNvSpPr/>
          <p:nvPr/>
        </p:nvSpPr>
        <p:spPr>
          <a:xfrm>
            <a:off x="7597031" y="2988636"/>
            <a:ext cx="40233" cy="40233"/>
          </a:xfrm>
          <a:prstGeom prst="ellipse">
            <a:avLst/>
          </a:prstGeom>
          <a:solidFill>
            <a:srgbClr val="73BBD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3" name="Oval 302"/>
          <p:cNvSpPr/>
          <p:nvPr/>
        </p:nvSpPr>
        <p:spPr>
          <a:xfrm>
            <a:off x="8209571" y="2444400"/>
            <a:ext cx="25603" cy="25603"/>
          </a:xfrm>
          <a:prstGeom prst="ellipse">
            <a:avLst/>
          </a:prstGeom>
          <a:solidFill>
            <a:srgbClr val="41697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4" name="Oval 303"/>
          <p:cNvSpPr/>
          <p:nvPr/>
        </p:nvSpPr>
        <p:spPr>
          <a:xfrm>
            <a:off x="9025930" y="2073580"/>
            <a:ext cx="25603" cy="25603"/>
          </a:xfrm>
          <a:prstGeom prst="ellipse">
            <a:avLst/>
          </a:prstGeom>
          <a:solidFill>
            <a:srgbClr val="41697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5" name="Freeform 304"/>
          <p:cNvSpPr/>
          <p:nvPr/>
        </p:nvSpPr>
        <p:spPr>
          <a:xfrm>
            <a:off x="7171244" y="2436724"/>
            <a:ext cx="3937512" cy="1615952"/>
          </a:xfrm>
          <a:custGeom>
            <a:avLst/>
            <a:gdLst/>
            <a:ahLst/>
            <a:cxnLst/>
            <a:rect l="l" t="t" r="r" b="b"/>
            <a:pathLst>
              <a:path w="4308" h="1768">
                <a:moveTo>
                  <a:pt x="6" y="1311"/>
                </a:moveTo>
                <a:lnTo>
                  <a:pt x="0" y="1262"/>
                </a:lnTo>
                <a:lnTo>
                  <a:pt x="3" y="1211"/>
                </a:lnTo>
                <a:lnTo>
                  <a:pt x="15" y="1159"/>
                </a:lnTo>
                <a:lnTo>
                  <a:pt x="35" y="1105"/>
                </a:lnTo>
                <a:lnTo>
                  <a:pt x="63" y="1051"/>
                </a:lnTo>
                <a:lnTo>
                  <a:pt x="100" y="996"/>
                </a:lnTo>
                <a:lnTo>
                  <a:pt x="144" y="941"/>
                </a:lnTo>
                <a:lnTo>
                  <a:pt x="197" y="886"/>
                </a:lnTo>
                <a:lnTo>
                  <a:pt x="258" y="830"/>
                </a:lnTo>
                <a:lnTo>
                  <a:pt x="325" y="775"/>
                </a:lnTo>
                <a:lnTo>
                  <a:pt x="400" y="720"/>
                </a:lnTo>
                <a:lnTo>
                  <a:pt x="482" y="666"/>
                </a:lnTo>
                <a:lnTo>
                  <a:pt x="571" y="612"/>
                </a:lnTo>
                <a:lnTo>
                  <a:pt x="666" y="560"/>
                </a:lnTo>
                <a:lnTo>
                  <a:pt x="767" y="509"/>
                </a:lnTo>
                <a:lnTo>
                  <a:pt x="873" y="460"/>
                </a:lnTo>
                <a:lnTo>
                  <a:pt x="984" y="412"/>
                </a:lnTo>
                <a:lnTo>
                  <a:pt x="1100" y="366"/>
                </a:lnTo>
                <a:lnTo>
                  <a:pt x="1220" y="322"/>
                </a:lnTo>
                <a:lnTo>
                  <a:pt x="1344" y="280"/>
                </a:lnTo>
                <a:lnTo>
                  <a:pt x="1471" y="241"/>
                </a:lnTo>
                <a:lnTo>
                  <a:pt x="1600" y="204"/>
                </a:lnTo>
                <a:lnTo>
                  <a:pt x="1732" y="170"/>
                </a:lnTo>
                <a:lnTo>
                  <a:pt x="1865" y="139"/>
                </a:lnTo>
                <a:lnTo>
                  <a:pt x="2000" y="110"/>
                </a:lnTo>
                <a:lnTo>
                  <a:pt x="2135" y="85"/>
                </a:lnTo>
                <a:lnTo>
                  <a:pt x="2271" y="63"/>
                </a:lnTo>
                <a:lnTo>
                  <a:pt x="2405" y="44"/>
                </a:lnTo>
                <a:lnTo>
                  <a:pt x="2539" y="28"/>
                </a:lnTo>
                <a:lnTo>
                  <a:pt x="2672" y="16"/>
                </a:lnTo>
                <a:lnTo>
                  <a:pt x="2802" y="7"/>
                </a:lnTo>
                <a:lnTo>
                  <a:pt x="2929" y="2"/>
                </a:lnTo>
                <a:lnTo>
                  <a:pt x="3054" y="0"/>
                </a:lnTo>
                <a:lnTo>
                  <a:pt x="3175" y="2"/>
                </a:lnTo>
                <a:lnTo>
                  <a:pt x="3292" y="7"/>
                </a:lnTo>
                <a:lnTo>
                  <a:pt x="3405" y="15"/>
                </a:lnTo>
                <a:lnTo>
                  <a:pt x="3513" y="27"/>
                </a:lnTo>
                <a:lnTo>
                  <a:pt x="3615" y="43"/>
                </a:lnTo>
                <a:lnTo>
                  <a:pt x="3711" y="61"/>
                </a:lnTo>
                <a:lnTo>
                  <a:pt x="3802" y="83"/>
                </a:lnTo>
                <a:lnTo>
                  <a:pt x="3886" y="109"/>
                </a:lnTo>
                <a:lnTo>
                  <a:pt x="3963" y="137"/>
                </a:lnTo>
                <a:lnTo>
                  <a:pt x="4032" y="168"/>
                </a:lnTo>
                <a:lnTo>
                  <a:pt x="4095" y="202"/>
                </a:lnTo>
                <a:lnTo>
                  <a:pt x="4150" y="238"/>
                </a:lnTo>
                <a:lnTo>
                  <a:pt x="4197" y="278"/>
                </a:lnTo>
                <a:lnTo>
                  <a:pt x="4236" y="319"/>
                </a:lnTo>
                <a:lnTo>
                  <a:pt x="4266" y="363"/>
                </a:lnTo>
                <a:lnTo>
                  <a:pt x="4289" y="409"/>
                </a:lnTo>
                <a:lnTo>
                  <a:pt x="4302" y="457"/>
                </a:lnTo>
                <a:lnTo>
                  <a:pt x="4308" y="506"/>
                </a:lnTo>
                <a:lnTo>
                  <a:pt x="4305" y="557"/>
                </a:lnTo>
                <a:lnTo>
                  <a:pt x="4293" y="609"/>
                </a:lnTo>
                <a:lnTo>
                  <a:pt x="4273" y="663"/>
                </a:lnTo>
                <a:lnTo>
                  <a:pt x="4245" y="717"/>
                </a:lnTo>
                <a:lnTo>
                  <a:pt x="4208" y="772"/>
                </a:lnTo>
                <a:lnTo>
                  <a:pt x="4164" y="827"/>
                </a:lnTo>
                <a:lnTo>
                  <a:pt x="4111" y="882"/>
                </a:lnTo>
                <a:lnTo>
                  <a:pt x="4050" y="938"/>
                </a:lnTo>
                <a:lnTo>
                  <a:pt x="3983" y="993"/>
                </a:lnTo>
                <a:lnTo>
                  <a:pt x="3908" y="1048"/>
                </a:lnTo>
                <a:lnTo>
                  <a:pt x="3826" y="1102"/>
                </a:lnTo>
                <a:lnTo>
                  <a:pt x="3737" y="1156"/>
                </a:lnTo>
                <a:lnTo>
                  <a:pt x="3642" y="1208"/>
                </a:lnTo>
                <a:lnTo>
                  <a:pt x="3541" y="1259"/>
                </a:lnTo>
                <a:lnTo>
                  <a:pt x="3435" y="1308"/>
                </a:lnTo>
                <a:lnTo>
                  <a:pt x="3324" y="1356"/>
                </a:lnTo>
                <a:lnTo>
                  <a:pt x="3208" y="1402"/>
                </a:lnTo>
                <a:lnTo>
                  <a:pt x="3088" y="1446"/>
                </a:lnTo>
                <a:lnTo>
                  <a:pt x="2964" y="1488"/>
                </a:lnTo>
                <a:lnTo>
                  <a:pt x="2837" y="1527"/>
                </a:lnTo>
                <a:lnTo>
                  <a:pt x="2708" y="1564"/>
                </a:lnTo>
                <a:lnTo>
                  <a:pt x="2576" y="1598"/>
                </a:lnTo>
                <a:lnTo>
                  <a:pt x="2443" y="1629"/>
                </a:lnTo>
                <a:lnTo>
                  <a:pt x="2308" y="1658"/>
                </a:lnTo>
                <a:lnTo>
                  <a:pt x="2173" y="1683"/>
                </a:lnTo>
                <a:lnTo>
                  <a:pt x="2037" y="1705"/>
                </a:lnTo>
                <a:lnTo>
                  <a:pt x="1903" y="1724"/>
                </a:lnTo>
                <a:lnTo>
                  <a:pt x="1769" y="1740"/>
                </a:lnTo>
                <a:lnTo>
                  <a:pt x="1636" y="1752"/>
                </a:lnTo>
                <a:lnTo>
                  <a:pt x="1506" y="1761"/>
                </a:lnTo>
                <a:lnTo>
                  <a:pt x="1379" y="1766"/>
                </a:lnTo>
                <a:lnTo>
                  <a:pt x="1254" y="1768"/>
                </a:lnTo>
                <a:lnTo>
                  <a:pt x="1133" y="1766"/>
                </a:lnTo>
                <a:lnTo>
                  <a:pt x="1016" y="1761"/>
                </a:lnTo>
                <a:lnTo>
                  <a:pt x="903" y="1753"/>
                </a:lnTo>
                <a:lnTo>
                  <a:pt x="795" y="1741"/>
                </a:lnTo>
                <a:lnTo>
                  <a:pt x="693" y="1725"/>
                </a:lnTo>
                <a:lnTo>
                  <a:pt x="597" y="1707"/>
                </a:lnTo>
                <a:lnTo>
                  <a:pt x="506" y="1685"/>
                </a:lnTo>
                <a:lnTo>
                  <a:pt x="422" y="1659"/>
                </a:lnTo>
                <a:lnTo>
                  <a:pt x="345" y="1631"/>
                </a:lnTo>
                <a:lnTo>
                  <a:pt x="276" y="1600"/>
                </a:lnTo>
                <a:lnTo>
                  <a:pt x="213" y="1566"/>
                </a:lnTo>
                <a:lnTo>
                  <a:pt x="158" y="1530"/>
                </a:lnTo>
                <a:lnTo>
                  <a:pt x="111" y="1490"/>
                </a:lnTo>
                <a:lnTo>
                  <a:pt x="72" y="1449"/>
                </a:lnTo>
                <a:lnTo>
                  <a:pt x="42" y="1405"/>
                </a:lnTo>
                <a:lnTo>
                  <a:pt x="19" y="1359"/>
                </a:lnTo>
                <a:lnTo>
                  <a:pt x="6" y="1311"/>
                </a:lnTo>
              </a:path>
            </a:pathLst>
          </a:custGeom>
          <a:noFill/>
          <a:ln w="8890">
            <a:solidFill>
              <a:srgbClr val="34335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6" name="Oval 305"/>
          <p:cNvSpPr/>
          <p:nvPr/>
        </p:nvSpPr>
        <p:spPr>
          <a:xfrm>
            <a:off x="10477450" y="2459919"/>
            <a:ext cx="40233" cy="40233"/>
          </a:xfrm>
          <a:prstGeom prst="ellipse">
            <a:avLst/>
          </a:prstGeom>
          <a:solidFill>
            <a:srgbClr val="A193D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7" name="Oval 306"/>
          <p:cNvSpPr/>
          <p:nvPr/>
        </p:nvSpPr>
        <p:spPr>
          <a:xfrm>
            <a:off x="10994626" y="2674791"/>
            <a:ext cx="25603" cy="25603"/>
          </a:xfrm>
          <a:prstGeom prst="ellipse">
            <a:avLst/>
          </a:prstGeom>
          <a:solidFill>
            <a:srgbClr val="5A548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8" name="Oval 307"/>
          <p:cNvSpPr/>
          <p:nvPr/>
        </p:nvSpPr>
        <p:spPr>
          <a:xfrm>
            <a:off x="11077598" y="3010299"/>
            <a:ext cx="25603" cy="25603"/>
          </a:xfrm>
          <a:prstGeom prst="ellipse">
            <a:avLst/>
          </a:prstGeom>
          <a:solidFill>
            <a:srgbClr val="5A548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9" name="Oval 308"/>
          <p:cNvSpPr/>
          <p:nvPr/>
        </p:nvSpPr>
        <p:spPr>
          <a:xfrm>
            <a:off x="10707358" y="3389583"/>
            <a:ext cx="40233" cy="40233"/>
          </a:xfrm>
          <a:prstGeom prst="ellipse">
            <a:avLst/>
          </a:prstGeom>
          <a:solidFill>
            <a:srgbClr val="A193D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0" name="Oval 309"/>
          <p:cNvSpPr/>
          <p:nvPr/>
        </p:nvSpPr>
        <p:spPr>
          <a:xfrm>
            <a:off x="9988993" y="3746023"/>
            <a:ext cx="25603" cy="25603"/>
          </a:xfrm>
          <a:prstGeom prst="ellipse">
            <a:avLst/>
          </a:prstGeom>
          <a:solidFill>
            <a:srgbClr val="5A548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1" name="Oval 310"/>
          <p:cNvSpPr/>
          <p:nvPr/>
        </p:nvSpPr>
        <p:spPr>
          <a:xfrm>
            <a:off x="9066802" y="3977693"/>
            <a:ext cx="25603" cy="25603"/>
          </a:xfrm>
          <a:prstGeom prst="ellipse">
            <a:avLst/>
          </a:prstGeom>
          <a:solidFill>
            <a:srgbClr val="5A548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2" name="Oval 311"/>
          <p:cNvSpPr/>
          <p:nvPr/>
        </p:nvSpPr>
        <p:spPr>
          <a:xfrm>
            <a:off x="8152049" y="4031521"/>
            <a:ext cx="40233" cy="40233"/>
          </a:xfrm>
          <a:prstGeom prst="ellipse">
            <a:avLst/>
          </a:prstGeom>
          <a:solidFill>
            <a:srgbClr val="A193D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3" name="Oval 312"/>
          <p:cNvSpPr/>
          <p:nvPr/>
        </p:nvSpPr>
        <p:spPr>
          <a:xfrm>
            <a:off x="7474561" y="3915444"/>
            <a:ext cx="25603" cy="25603"/>
          </a:xfrm>
          <a:prstGeom prst="ellipse">
            <a:avLst/>
          </a:prstGeom>
          <a:solidFill>
            <a:srgbClr val="5A548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4" name="Oval 313"/>
          <p:cNvSpPr/>
          <p:nvPr/>
        </p:nvSpPr>
        <p:spPr>
          <a:xfrm>
            <a:off x="7169274" y="3635786"/>
            <a:ext cx="25603" cy="25603"/>
          </a:xfrm>
          <a:prstGeom prst="ellipse">
            <a:avLst/>
          </a:prstGeom>
          <a:solidFill>
            <a:srgbClr val="5A548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5" name="Oval 314"/>
          <p:cNvSpPr/>
          <p:nvPr/>
        </p:nvSpPr>
        <p:spPr>
          <a:xfrm>
            <a:off x="7306124" y="3256611"/>
            <a:ext cx="40233" cy="40233"/>
          </a:xfrm>
          <a:prstGeom prst="ellipse">
            <a:avLst/>
          </a:prstGeom>
          <a:solidFill>
            <a:srgbClr val="A193D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6" name="Oval 315"/>
          <p:cNvSpPr/>
          <p:nvPr/>
        </p:nvSpPr>
        <p:spPr>
          <a:xfrm>
            <a:off x="7874032" y="2885055"/>
            <a:ext cx="25603" cy="25603"/>
          </a:xfrm>
          <a:prstGeom prst="ellipse">
            <a:avLst/>
          </a:prstGeom>
          <a:solidFill>
            <a:srgbClr val="5A548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7" name="Oval 316"/>
          <p:cNvSpPr/>
          <p:nvPr/>
        </p:nvSpPr>
        <p:spPr>
          <a:xfrm>
            <a:off x="8722626" y="2585967"/>
            <a:ext cx="25603" cy="25603"/>
          </a:xfrm>
          <a:prstGeom prst="ellipse">
            <a:avLst/>
          </a:prstGeom>
          <a:solidFill>
            <a:srgbClr val="5A548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8" name="Oval 317"/>
          <p:cNvSpPr/>
          <p:nvPr/>
        </p:nvSpPr>
        <p:spPr>
          <a:xfrm>
            <a:off x="9657503" y="2427863"/>
            <a:ext cx="40233" cy="40233"/>
          </a:xfrm>
          <a:prstGeom prst="ellipse">
            <a:avLst/>
          </a:prstGeom>
          <a:solidFill>
            <a:srgbClr val="A193D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9" name="Oval 318"/>
          <p:cNvSpPr/>
          <p:nvPr/>
        </p:nvSpPr>
        <p:spPr>
          <a:xfrm>
            <a:off x="8778240" y="2880360"/>
            <a:ext cx="731520" cy="731520"/>
          </a:xfrm>
          <a:prstGeom prst="ellipse">
            <a:avLst/>
          </a:prstGeom>
          <a:solidFill>
            <a:srgbClr val="28294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0" name="Oval 319"/>
          <p:cNvSpPr/>
          <p:nvPr/>
        </p:nvSpPr>
        <p:spPr>
          <a:xfrm>
            <a:off x="8851392" y="2953512"/>
            <a:ext cx="585216" cy="585216"/>
          </a:xfrm>
          <a:prstGeom prst="ellipse">
            <a:avLst/>
          </a:prstGeom>
          <a:solidFill>
            <a:srgbClr val="2223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1" name="Oval 320"/>
          <p:cNvSpPr/>
          <p:nvPr/>
        </p:nvSpPr>
        <p:spPr>
          <a:xfrm>
            <a:off x="8924544" y="3026663"/>
            <a:ext cx="438912" cy="438912"/>
          </a:xfrm>
          <a:prstGeom prst="ellipse">
            <a:avLst/>
          </a:prstGeom>
          <a:solidFill>
            <a:srgbClr val="1C1E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2" name="Oval 321"/>
          <p:cNvSpPr/>
          <p:nvPr/>
        </p:nvSpPr>
        <p:spPr>
          <a:xfrm>
            <a:off x="8997696" y="3099815"/>
            <a:ext cx="292608" cy="292608"/>
          </a:xfrm>
          <a:prstGeom prst="ellipse">
            <a:avLst/>
          </a:prstGeom>
          <a:solidFill>
            <a:srgbClr val="1618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3" name="Oval 322"/>
          <p:cNvSpPr/>
          <p:nvPr/>
        </p:nvSpPr>
        <p:spPr>
          <a:xfrm>
            <a:off x="9070848" y="3172968"/>
            <a:ext cx="146304" cy="146304"/>
          </a:xfrm>
          <a:prstGeom prst="ellipse">
            <a:avLst/>
          </a:prstGeom>
          <a:solidFill>
            <a:srgbClr val="0F132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4" name="Oval 323"/>
          <p:cNvSpPr/>
          <p:nvPr/>
        </p:nvSpPr>
        <p:spPr>
          <a:xfrm>
            <a:off x="9096451" y="3198571"/>
            <a:ext cx="95097" cy="95097"/>
          </a:xfrm>
          <a:prstGeom prst="ellipse">
            <a:avLst/>
          </a:prstGeom>
          <a:solidFill>
            <a:srgbClr val="BCAB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5" name="Oval 324"/>
          <p:cNvSpPr/>
          <p:nvPr/>
        </p:nvSpPr>
        <p:spPr>
          <a:xfrm>
            <a:off x="9066529" y="3225979"/>
            <a:ext cx="95097" cy="95097"/>
          </a:xfrm>
          <a:prstGeom prst="ellipse">
            <a:avLst/>
          </a:prstGeom>
          <a:solidFill>
            <a:srgbClr val="86DA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6" name="Oval 325"/>
          <p:cNvSpPr/>
          <p:nvPr/>
        </p:nvSpPr>
        <p:spPr>
          <a:xfrm>
            <a:off x="9101472" y="3141406"/>
            <a:ext cx="95097" cy="95097"/>
          </a:xfrm>
          <a:prstGeom prst="ellipse">
            <a:avLst/>
          </a:prstGeom>
          <a:solidFill>
            <a:srgbClr val="E9D9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7" name="Oval 326"/>
          <p:cNvSpPr/>
          <p:nvPr/>
        </p:nvSpPr>
        <p:spPr>
          <a:xfrm>
            <a:off x="9139207" y="3254351"/>
            <a:ext cx="95097" cy="95097"/>
          </a:xfrm>
          <a:prstGeom prst="ellipse">
            <a:avLst/>
          </a:prstGeom>
          <a:solidFill>
            <a:srgbClr val="BCAB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8" name="Oval 327"/>
          <p:cNvSpPr/>
          <p:nvPr/>
        </p:nvSpPr>
        <p:spPr>
          <a:xfrm>
            <a:off x="9016538" y="3184423"/>
            <a:ext cx="95097" cy="95097"/>
          </a:xfrm>
          <a:prstGeom prst="ellipse">
            <a:avLst/>
          </a:prstGeom>
          <a:solidFill>
            <a:srgbClr val="86DA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9" name="Oval 328"/>
          <p:cNvSpPr/>
          <p:nvPr/>
        </p:nvSpPr>
        <p:spPr>
          <a:xfrm>
            <a:off x="9173017" y="3149885"/>
            <a:ext cx="95097" cy="95097"/>
          </a:xfrm>
          <a:prstGeom prst="ellipse">
            <a:avLst/>
          </a:prstGeom>
          <a:solidFill>
            <a:srgbClr val="E9D9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0" name="Oval 329"/>
          <p:cNvSpPr/>
          <p:nvPr/>
        </p:nvSpPr>
        <p:spPr>
          <a:xfrm>
            <a:off x="9070626" y="3294551"/>
            <a:ext cx="95097" cy="95097"/>
          </a:xfrm>
          <a:prstGeom prst="ellipse">
            <a:avLst/>
          </a:prstGeom>
          <a:solidFill>
            <a:srgbClr val="BCAB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1" name="Oval 330"/>
          <p:cNvSpPr/>
          <p:nvPr/>
        </p:nvSpPr>
        <p:spPr>
          <a:xfrm>
            <a:off x="9046993" y="3103283"/>
            <a:ext cx="95097" cy="95097"/>
          </a:xfrm>
          <a:prstGeom prst="ellipse">
            <a:avLst/>
          </a:prstGeom>
          <a:solidFill>
            <a:srgbClr val="86DA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2" name="Oval 331"/>
          <p:cNvSpPr/>
          <p:nvPr/>
        </p:nvSpPr>
        <p:spPr>
          <a:xfrm>
            <a:off x="9204245" y="3237973"/>
            <a:ext cx="95097" cy="95097"/>
          </a:xfrm>
          <a:prstGeom prst="ellipse">
            <a:avLst/>
          </a:prstGeom>
          <a:solidFill>
            <a:srgbClr val="E9D9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3" name="Oval 332"/>
          <p:cNvSpPr/>
          <p:nvPr/>
        </p:nvSpPr>
        <p:spPr>
          <a:xfrm>
            <a:off x="8983913" y="3244981"/>
            <a:ext cx="95097" cy="95097"/>
          </a:xfrm>
          <a:prstGeom prst="ellipse">
            <a:avLst/>
          </a:prstGeom>
          <a:solidFill>
            <a:srgbClr val="BCAB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4" name="Oval 333"/>
          <p:cNvSpPr/>
          <p:nvPr/>
        </p:nvSpPr>
        <p:spPr>
          <a:xfrm>
            <a:off x="9150880" y="3082370"/>
            <a:ext cx="95097" cy="95097"/>
          </a:xfrm>
          <a:prstGeom prst="ellipse">
            <a:avLst/>
          </a:prstGeom>
          <a:solidFill>
            <a:srgbClr val="86DA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5" name="Oval 334"/>
          <p:cNvSpPr/>
          <p:nvPr/>
        </p:nvSpPr>
        <p:spPr>
          <a:xfrm>
            <a:off x="9136676" y="3326998"/>
            <a:ext cx="95097" cy="95097"/>
          </a:xfrm>
          <a:prstGeom prst="ellipse">
            <a:avLst/>
          </a:prstGeom>
          <a:solidFill>
            <a:srgbClr val="E9D9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6" name="Oval 335"/>
          <p:cNvSpPr/>
          <p:nvPr/>
        </p:nvSpPr>
        <p:spPr>
          <a:xfrm>
            <a:off x="8974864" y="3128037"/>
            <a:ext cx="95097" cy="95097"/>
          </a:xfrm>
          <a:prstGeom prst="ellipse">
            <a:avLst/>
          </a:prstGeom>
          <a:solidFill>
            <a:srgbClr val="BCAB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7" name="TextBox 336"/>
          <p:cNvSpPr txBox="1"/>
          <p:nvPr/>
        </p:nvSpPr>
        <p:spPr>
          <a:xfrm>
            <a:off x="6903720" y="5532120"/>
            <a:ext cx="4297680" cy="274320"/>
          </a:xfrm>
          <a:prstGeom prst="rect">
            <a:avLst/>
          </a:prstGeom>
          <a:noFill/>
        </p:spPr>
        <p:txBody>
          <a:bodyPr wrap="square" lIns="0" rIns="0" tIns="0" bIns="0" anchor="t">
            <a:spAutoFit/>
          </a:bodyPr>
          <a:lstStyle/>
          <a:p>
            <a:pPr algn="ctr">
              <a:spcBef>
                <a:spcPts val="0"/>
              </a:spcBef>
              <a:spcAft>
                <a:spcPts val="300"/>
              </a:spcAft>
              <a:defRPr sz="1100" b="0">
                <a:solidFill>
                  <a:srgbClr val="B2B9D0"/>
                </a:solidFill>
                <a:latin typeface="Arial"/>
              </a:defRPr>
            </a:pPr>
            <a:r>
              <a:t>VOICE  →  ATMOSPHERE  →  STORY</a:t>
            </a:r>
          </a:p>
        </p:txBody>
      </p:sp>
      <p:cxnSp>
        <p:nvCxnSpPr>
          <p:cNvPr id="338" name="Connector 337"/>
          <p:cNvCxnSpPr/>
          <p:nvPr/>
        </p:nvCxnSpPr>
        <p:spPr>
          <a:xfrm>
            <a:off x="640080" y="4956048"/>
            <a:ext cx="2468880" cy="0"/>
          </a:xfrm>
          <a:prstGeom prst="line">
            <a:avLst/>
          </a:prstGeom>
          <a:ln w="22860">
            <a:solidFill>
              <a:srgbClr val="FF967B"/>
            </a:solidFill>
          </a:ln>
        </p:spPr>
        <p:style>
          <a:lnRef idx="2">
            <a:schemeClr val="accent1"/>
          </a:lnRef>
          <a:fillRef idx="0">
            <a:schemeClr val="accent1"/>
          </a:fillRef>
          <a:effectRef idx="1">
            <a:schemeClr val="accent1"/>
          </a:effectRef>
          <a:fontRef idx="minor">
            <a:schemeClr val="tx1"/>
          </a:fontRef>
        </p:style>
      </p:cxnSp>
      <p:sp>
        <p:nvSpPr>
          <p:cNvPr id="339" name="TextBox 338"/>
          <p:cNvSpPr txBox="1"/>
          <p:nvPr/>
        </p:nvSpPr>
        <p:spPr>
          <a:xfrm>
            <a:off x="640080" y="5129784"/>
            <a:ext cx="2468880" cy="393192"/>
          </a:xfrm>
          <a:prstGeom prst="rect">
            <a:avLst/>
          </a:prstGeom>
          <a:noFill/>
        </p:spPr>
        <p:txBody>
          <a:bodyPr wrap="square" lIns="0" rIns="0" tIns="0" bIns="0" anchor="t">
            <a:spAutoFit/>
          </a:bodyPr>
          <a:lstStyle/>
          <a:p>
            <a:pPr algn="l">
              <a:spcBef>
                <a:spcPts val="0"/>
              </a:spcBef>
              <a:spcAft>
                <a:spcPts val="300"/>
              </a:spcAft>
              <a:defRPr sz="2500" b="1">
                <a:solidFill>
                  <a:srgbClr val="FF967B"/>
                </a:solidFill>
                <a:latin typeface="Arial"/>
              </a:defRPr>
            </a:pPr>
            <a:r>
              <a:t>AMD</a:t>
            </a:r>
          </a:p>
        </p:txBody>
      </p:sp>
      <p:sp>
        <p:nvSpPr>
          <p:cNvPr id="340" name="TextBox 339"/>
          <p:cNvSpPr txBox="1"/>
          <p:nvPr/>
        </p:nvSpPr>
        <p:spPr>
          <a:xfrm>
            <a:off x="640080" y="5577840"/>
            <a:ext cx="2468880" cy="256032"/>
          </a:xfrm>
          <a:prstGeom prst="rect">
            <a:avLst/>
          </a:prstGeom>
          <a:noFill/>
        </p:spPr>
        <p:txBody>
          <a:bodyPr wrap="square" lIns="0" rIns="0" tIns="0" bIns="0" anchor="t">
            <a:spAutoFit/>
          </a:bodyPr>
          <a:lstStyle/>
          <a:p>
            <a:pPr algn="l">
              <a:spcBef>
                <a:spcPts val="0"/>
              </a:spcBef>
              <a:spcAft>
                <a:spcPts val="300"/>
              </a:spcAft>
              <a:defRPr sz="1200" b="0">
                <a:solidFill>
                  <a:srgbClr val="B2B9D0"/>
                </a:solidFill>
                <a:latin typeface="Arial"/>
              </a:defRPr>
            </a:pPr>
            <a:r>
              <a:t>Developer Cloud</a:t>
            </a:r>
          </a:p>
        </p:txBody>
      </p:sp>
      <p:cxnSp>
        <p:nvCxnSpPr>
          <p:cNvPr id="341" name="Connector 340"/>
          <p:cNvCxnSpPr/>
          <p:nvPr/>
        </p:nvCxnSpPr>
        <p:spPr>
          <a:xfrm>
            <a:off x="3310128" y="4956048"/>
            <a:ext cx="1874520" cy="0"/>
          </a:xfrm>
          <a:prstGeom prst="line">
            <a:avLst/>
          </a:prstGeom>
          <a:ln w="22860">
            <a:solidFill>
              <a:srgbClr val="86DAF2"/>
            </a:solidFill>
          </a:ln>
        </p:spPr>
        <p:style>
          <a:lnRef idx="2">
            <a:schemeClr val="accent1"/>
          </a:lnRef>
          <a:fillRef idx="0">
            <a:schemeClr val="accent1"/>
          </a:fillRef>
          <a:effectRef idx="1">
            <a:schemeClr val="accent1"/>
          </a:effectRef>
          <a:fontRef idx="minor">
            <a:schemeClr val="tx1"/>
          </a:fontRef>
        </p:style>
      </p:cxnSp>
      <p:sp>
        <p:nvSpPr>
          <p:cNvPr id="342" name="TextBox 341"/>
          <p:cNvSpPr txBox="1"/>
          <p:nvPr/>
        </p:nvSpPr>
        <p:spPr>
          <a:xfrm>
            <a:off x="3310128" y="5129784"/>
            <a:ext cx="1874519" cy="393192"/>
          </a:xfrm>
          <a:prstGeom prst="rect">
            <a:avLst/>
          </a:prstGeom>
          <a:noFill/>
        </p:spPr>
        <p:txBody>
          <a:bodyPr wrap="square" lIns="0" rIns="0" tIns="0" bIns="0" anchor="t">
            <a:spAutoFit/>
          </a:bodyPr>
          <a:lstStyle/>
          <a:p>
            <a:pPr algn="l">
              <a:spcBef>
                <a:spcPts val="0"/>
              </a:spcBef>
              <a:spcAft>
                <a:spcPts val="300"/>
              </a:spcAft>
              <a:defRPr sz="2500" b="1">
                <a:solidFill>
                  <a:srgbClr val="86DAF2"/>
                </a:solidFill>
                <a:latin typeface="Arial"/>
              </a:defRPr>
            </a:pPr>
            <a:r>
              <a:t>Gemma</a:t>
            </a:r>
          </a:p>
        </p:txBody>
      </p:sp>
      <p:sp>
        <p:nvSpPr>
          <p:cNvPr id="343" name="TextBox 342"/>
          <p:cNvSpPr txBox="1"/>
          <p:nvPr/>
        </p:nvSpPr>
        <p:spPr>
          <a:xfrm>
            <a:off x="3310128" y="5577840"/>
            <a:ext cx="1874519" cy="256032"/>
          </a:xfrm>
          <a:prstGeom prst="rect">
            <a:avLst/>
          </a:prstGeom>
          <a:noFill/>
        </p:spPr>
        <p:txBody>
          <a:bodyPr wrap="square" lIns="0" rIns="0" tIns="0" bIns="0" anchor="t">
            <a:spAutoFit/>
          </a:bodyPr>
          <a:lstStyle/>
          <a:p>
            <a:pPr algn="l">
              <a:spcBef>
                <a:spcPts val="0"/>
              </a:spcBef>
              <a:spcAft>
                <a:spcPts val="300"/>
              </a:spcAft>
              <a:defRPr sz="1200" b="0">
                <a:solidFill>
                  <a:srgbClr val="B2B9D0"/>
                </a:solidFill>
                <a:latin typeface="Arial"/>
              </a:defRPr>
            </a:pPr>
            <a:r>
              <a:t>Open model</a:t>
            </a:r>
          </a:p>
        </p:txBody>
      </p:sp>
      <p:cxnSp>
        <p:nvCxnSpPr>
          <p:cNvPr id="344" name="Connector 343"/>
          <p:cNvCxnSpPr/>
          <p:nvPr/>
        </p:nvCxnSpPr>
        <p:spPr>
          <a:xfrm>
            <a:off x="5385816" y="4956048"/>
            <a:ext cx="1783080" cy="0"/>
          </a:xfrm>
          <a:prstGeom prst="line">
            <a:avLst/>
          </a:prstGeom>
          <a:ln w="22860">
            <a:solidFill>
              <a:srgbClr val="B5E58C"/>
            </a:solidFill>
          </a:ln>
        </p:spPr>
        <p:style>
          <a:lnRef idx="2">
            <a:schemeClr val="accent1"/>
          </a:lnRef>
          <a:fillRef idx="0">
            <a:schemeClr val="accent1"/>
          </a:fillRef>
          <a:effectRef idx="1">
            <a:schemeClr val="accent1"/>
          </a:effectRef>
          <a:fontRef idx="minor">
            <a:schemeClr val="tx1"/>
          </a:fontRef>
        </p:style>
      </p:cxnSp>
      <p:sp>
        <p:nvSpPr>
          <p:cNvPr id="345" name="TextBox 344"/>
          <p:cNvSpPr txBox="1"/>
          <p:nvPr/>
        </p:nvSpPr>
        <p:spPr>
          <a:xfrm>
            <a:off x="5385816" y="5129784"/>
            <a:ext cx="1783080" cy="393192"/>
          </a:xfrm>
          <a:prstGeom prst="rect">
            <a:avLst/>
          </a:prstGeom>
          <a:noFill/>
        </p:spPr>
        <p:txBody>
          <a:bodyPr wrap="square" lIns="0" rIns="0" tIns="0" bIns="0" anchor="t">
            <a:spAutoFit/>
          </a:bodyPr>
          <a:lstStyle/>
          <a:p>
            <a:pPr algn="l">
              <a:spcBef>
                <a:spcPts val="0"/>
              </a:spcBef>
              <a:spcAft>
                <a:spcPts val="300"/>
              </a:spcAft>
              <a:defRPr sz="2500" b="1">
                <a:solidFill>
                  <a:srgbClr val="B5E58C"/>
                </a:solidFill>
                <a:latin typeface="Arial"/>
              </a:defRPr>
            </a:pPr>
            <a:r>
              <a:t>Evolus</a:t>
            </a:r>
          </a:p>
        </p:txBody>
      </p:sp>
      <p:sp>
        <p:nvSpPr>
          <p:cNvPr id="346" name="TextBox 345"/>
          <p:cNvSpPr txBox="1"/>
          <p:nvPr/>
        </p:nvSpPr>
        <p:spPr>
          <a:xfrm>
            <a:off x="5385816" y="5577840"/>
            <a:ext cx="1783080" cy="256032"/>
          </a:xfrm>
          <a:prstGeom prst="rect">
            <a:avLst/>
          </a:prstGeom>
          <a:noFill/>
        </p:spPr>
        <p:txBody>
          <a:bodyPr wrap="square" lIns="0" rIns="0" tIns="0" bIns="0" anchor="t">
            <a:spAutoFit/>
          </a:bodyPr>
          <a:lstStyle/>
          <a:p>
            <a:pPr algn="l">
              <a:spcBef>
                <a:spcPts val="0"/>
              </a:spcBef>
              <a:spcAft>
                <a:spcPts val="300"/>
              </a:spcAft>
              <a:defRPr sz="1200" b="0">
                <a:solidFill>
                  <a:srgbClr val="B2B9D0"/>
                </a:solidFill>
                <a:latin typeface="Arial"/>
              </a:defRPr>
            </a:pPr>
            <a:r>
              <a:t>Agent + API</a:t>
            </a:r>
          </a:p>
        </p:txBody>
      </p:sp>
    </p:spTree>
  </p:cSld>
  <p:clrMapOvr>
    <a:masterClrMapping/>
  </p:clrMapOvr>
  <p:transition advClick="1" advTm="25000"/>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90D1B"/>
        </a:solidFill>
        <a:effectLst/>
      </p:bgPr>
    </p:bg>
    <p:spTree>
      <p:nvGrpSpPr>
        <p:cNvPr id="1" name=""/>
        <p:cNvGrpSpPr/>
        <p:nvPr/>
      </p:nvGrpSpPr>
      <p:grpSpPr/>
      <p:sp>
        <p:nvSpPr>
          <p:cNvPr id="2" name="Oval 1"/>
          <p:cNvSpPr/>
          <p:nvPr/>
        </p:nvSpPr>
        <p:spPr>
          <a:xfrm>
            <a:off x="1003596" y="3989499"/>
            <a:ext cx="12801" cy="12801"/>
          </a:xfrm>
          <a:prstGeom prst="ellipse">
            <a:avLst/>
          </a:prstGeom>
          <a:solidFill>
            <a:srgbClr val="2E2E4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6592518" y="2556495"/>
            <a:ext cx="21945" cy="21945"/>
          </a:xfrm>
          <a:prstGeom prst="ellipse">
            <a:avLst/>
          </a:prstGeom>
          <a:solidFill>
            <a:srgbClr val="403D6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11843243" y="963685"/>
            <a:ext cx="21945" cy="21945"/>
          </a:xfrm>
          <a:prstGeom prst="ellipse">
            <a:avLst/>
          </a:prstGeom>
          <a:solidFill>
            <a:srgbClr val="3F3D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Oval 4"/>
          <p:cNvSpPr/>
          <p:nvPr/>
        </p:nvSpPr>
        <p:spPr>
          <a:xfrm>
            <a:off x="2894750" y="1061579"/>
            <a:ext cx="12801" cy="12801"/>
          </a:xfrm>
          <a:prstGeom prst="ellipse">
            <a:avLst/>
          </a:prstGeom>
          <a:solidFill>
            <a:srgbClr val="3F3C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2767844" y="5381313"/>
            <a:ext cx="16459" cy="16459"/>
          </a:xfrm>
          <a:prstGeom prst="ellipse">
            <a:avLst/>
          </a:prstGeom>
          <a:solidFill>
            <a:srgbClr val="2223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3637357" y="3409347"/>
            <a:ext cx="21945" cy="21945"/>
          </a:xfrm>
          <a:prstGeom prst="ellipse">
            <a:avLst/>
          </a:prstGeom>
          <a:solidFill>
            <a:srgbClr val="1F21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5085194" y="1778080"/>
            <a:ext cx="16459" cy="16459"/>
          </a:xfrm>
          <a:prstGeom prst="ellipse">
            <a:avLst/>
          </a:prstGeom>
          <a:solidFill>
            <a:srgbClr val="302F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4573277" y="3298640"/>
            <a:ext cx="12801" cy="12801"/>
          </a:xfrm>
          <a:prstGeom prst="ellipse">
            <a:avLst/>
          </a:prstGeom>
          <a:solidFill>
            <a:srgbClr val="2F2E4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6042248" y="1328427"/>
            <a:ext cx="16459" cy="16459"/>
          </a:xfrm>
          <a:prstGeom prst="ellipse">
            <a:avLst/>
          </a:prstGeom>
          <a:solidFill>
            <a:srgbClr val="49456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6922684" y="1126628"/>
            <a:ext cx="12801" cy="12801"/>
          </a:xfrm>
          <a:prstGeom prst="ellipse">
            <a:avLst/>
          </a:prstGeom>
          <a:solidFill>
            <a:srgbClr val="20223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4051582" y="528265"/>
            <a:ext cx="12801" cy="12801"/>
          </a:xfrm>
          <a:prstGeom prst="ellipse">
            <a:avLst/>
          </a:prstGeom>
          <a:solidFill>
            <a:srgbClr val="46436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1870824" y="524585"/>
            <a:ext cx="16459" cy="16459"/>
          </a:xfrm>
          <a:prstGeom prst="ellipse">
            <a:avLst/>
          </a:prstGeom>
          <a:solidFill>
            <a:srgbClr val="35345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10405383" y="3636211"/>
            <a:ext cx="21945" cy="21945"/>
          </a:xfrm>
          <a:prstGeom prst="ellipse">
            <a:avLst/>
          </a:prstGeom>
          <a:solidFill>
            <a:srgbClr val="47446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11247715" y="1649773"/>
            <a:ext cx="16459" cy="16459"/>
          </a:xfrm>
          <a:prstGeom prst="ellipse">
            <a:avLst/>
          </a:prstGeom>
          <a:solidFill>
            <a:srgbClr val="38375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8468872" y="1819011"/>
            <a:ext cx="16459" cy="16459"/>
          </a:xfrm>
          <a:prstGeom prst="ellipse">
            <a:avLst/>
          </a:prstGeom>
          <a:solidFill>
            <a:srgbClr val="4C487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792897" y="2105654"/>
            <a:ext cx="16459" cy="16459"/>
          </a:xfrm>
          <a:prstGeom prst="ellipse">
            <a:avLst/>
          </a:prstGeom>
          <a:solidFill>
            <a:srgbClr val="3F3C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Oval 17"/>
          <p:cNvSpPr/>
          <p:nvPr/>
        </p:nvSpPr>
        <p:spPr>
          <a:xfrm>
            <a:off x="2957069" y="5494829"/>
            <a:ext cx="21945" cy="21945"/>
          </a:xfrm>
          <a:prstGeom prst="ellipse">
            <a:avLst/>
          </a:prstGeom>
          <a:solidFill>
            <a:srgbClr val="2B2B4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526148" y="1083566"/>
            <a:ext cx="12801" cy="12801"/>
          </a:xfrm>
          <a:prstGeom prst="ellipse">
            <a:avLst/>
          </a:prstGeom>
          <a:solidFill>
            <a:srgbClr val="3231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Oval 19"/>
          <p:cNvSpPr/>
          <p:nvPr/>
        </p:nvSpPr>
        <p:spPr>
          <a:xfrm>
            <a:off x="7985888" y="483041"/>
            <a:ext cx="16459" cy="16459"/>
          </a:xfrm>
          <a:prstGeom prst="ellipse">
            <a:avLst/>
          </a:prstGeom>
          <a:solidFill>
            <a:srgbClr val="28284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7004449" y="2188876"/>
            <a:ext cx="21945" cy="21945"/>
          </a:xfrm>
          <a:prstGeom prst="ellipse">
            <a:avLst/>
          </a:prstGeom>
          <a:solidFill>
            <a:srgbClr val="46436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Oval 21"/>
          <p:cNvSpPr/>
          <p:nvPr/>
        </p:nvSpPr>
        <p:spPr>
          <a:xfrm>
            <a:off x="10237200" y="1509479"/>
            <a:ext cx="16459" cy="16459"/>
          </a:xfrm>
          <a:prstGeom prst="ellipse">
            <a:avLst/>
          </a:prstGeom>
          <a:solidFill>
            <a:srgbClr val="45426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Oval 22"/>
          <p:cNvSpPr/>
          <p:nvPr/>
        </p:nvSpPr>
        <p:spPr>
          <a:xfrm>
            <a:off x="2968830" y="3983073"/>
            <a:ext cx="12801" cy="12801"/>
          </a:xfrm>
          <a:prstGeom prst="ellipse">
            <a:avLst/>
          </a:prstGeom>
          <a:solidFill>
            <a:srgbClr val="42406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38616" y="3361461"/>
            <a:ext cx="12801" cy="12801"/>
          </a:xfrm>
          <a:prstGeom prst="ellipse">
            <a:avLst/>
          </a:prstGeom>
          <a:solidFill>
            <a:srgbClr val="30304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Oval 24"/>
          <p:cNvSpPr/>
          <p:nvPr/>
        </p:nvSpPr>
        <p:spPr>
          <a:xfrm>
            <a:off x="1340834" y="5815050"/>
            <a:ext cx="21945" cy="21945"/>
          </a:xfrm>
          <a:prstGeom prst="ellipse">
            <a:avLst/>
          </a:prstGeom>
          <a:solidFill>
            <a:srgbClr val="4B487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Oval 25"/>
          <p:cNvSpPr/>
          <p:nvPr/>
        </p:nvSpPr>
        <p:spPr>
          <a:xfrm>
            <a:off x="8453684" y="2077773"/>
            <a:ext cx="16459" cy="16459"/>
          </a:xfrm>
          <a:prstGeom prst="ellipse">
            <a:avLst/>
          </a:prstGeom>
          <a:solidFill>
            <a:srgbClr val="39375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10393092" y="314368"/>
            <a:ext cx="21945" cy="21945"/>
          </a:xfrm>
          <a:prstGeom prst="ellipse">
            <a:avLst/>
          </a:prstGeom>
          <a:solidFill>
            <a:srgbClr val="35345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Oval 27"/>
          <p:cNvSpPr/>
          <p:nvPr/>
        </p:nvSpPr>
        <p:spPr>
          <a:xfrm>
            <a:off x="10808994" y="3473773"/>
            <a:ext cx="16459" cy="16459"/>
          </a:xfrm>
          <a:prstGeom prst="ellipse">
            <a:avLst/>
          </a:prstGeom>
          <a:solidFill>
            <a:srgbClr val="44416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0016355" y="2422883"/>
            <a:ext cx="12801" cy="12801"/>
          </a:xfrm>
          <a:prstGeom prst="ellipse">
            <a:avLst/>
          </a:prstGeom>
          <a:solidFill>
            <a:srgbClr val="4C487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Oval 29"/>
          <p:cNvSpPr/>
          <p:nvPr/>
        </p:nvSpPr>
        <p:spPr>
          <a:xfrm>
            <a:off x="6169864" y="2891530"/>
            <a:ext cx="16459" cy="16459"/>
          </a:xfrm>
          <a:prstGeom prst="ellipse">
            <a:avLst/>
          </a:prstGeom>
          <a:solidFill>
            <a:srgbClr val="20213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Oval 30"/>
          <p:cNvSpPr/>
          <p:nvPr/>
        </p:nvSpPr>
        <p:spPr>
          <a:xfrm>
            <a:off x="8981073" y="4118638"/>
            <a:ext cx="16459" cy="16459"/>
          </a:xfrm>
          <a:prstGeom prst="ellipse">
            <a:avLst/>
          </a:prstGeom>
          <a:solidFill>
            <a:srgbClr val="403E6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Oval 31"/>
          <p:cNvSpPr/>
          <p:nvPr/>
        </p:nvSpPr>
        <p:spPr>
          <a:xfrm>
            <a:off x="8647680" y="4516968"/>
            <a:ext cx="12801" cy="12801"/>
          </a:xfrm>
          <a:prstGeom prst="ellipse">
            <a:avLst/>
          </a:prstGeom>
          <a:solidFill>
            <a:srgbClr val="2525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Oval 32"/>
          <p:cNvSpPr/>
          <p:nvPr/>
        </p:nvSpPr>
        <p:spPr>
          <a:xfrm>
            <a:off x="5050286" y="900174"/>
            <a:ext cx="16459" cy="16459"/>
          </a:xfrm>
          <a:prstGeom prst="ellipse">
            <a:avLst/>
          </a:prstGeom>
          <a:solidFill>
            <a:srgbClr val="3B395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8611053" y="4273271"/>
            <a:ext cx="16459" cy="16459"/>
          </a:xfrm>
          <a:prstGeom prst="ellipse">
            <a:avLst/>
          </a:prstGeom>
          <a:solidFill>
            <a:srgbClr val="47436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Oval 34"/>
          <p:cNvSpPr/>
          <p:nvPr/>
        </p:nvSpPr>
        <p:spPr>
          <a:xfrm>
            <a:off x="8676813" y="3829061"/>
            <a:ext cx="12801" cy="12801"/>
          </a:xfrm>
          <a:prstGeom prst="ellipse">
            <a:avLst/>
          </a:prstGeom>
          <a:solidFill>
            <a:srgbClr val="37365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Oval 35"/>
          <p:cNvSpPr/>
          <p:nvPr/>
        </p:nvSpPr>
        <p:spPr>
          <a:xfrm>
            <a:off x="2386142" y="871346"/>
            <a:ext cx="16459" cy="16459"/>
          </a:xfrm>
          <a:prstGeom prst="ellipse">
            <a:avLst/>
          </a:prstGeom>
          <a:solidFill>
            <a:srgbClr val="47446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Oval 36"/>
          <p:cNvSpPr/>
          <p:nvPr/>
        </p:nvSpPr>
        <p:spPr>
          <a:xfrm>
            <a:off x="986923" y="6366049"/>
            <a:ext cx="16459" cy="16459"/>
          </a:xfrm>
          <a:prstGeom prst="ellipse">
            <a:avLst/>
          </a:prstGeom>
          <a:solidFill>
            <a:srgbClr val="292A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Oval 37"/>
          <p:cNvSpPr/>
          <p:nvPr/>
        </p:nvSpPr>
        <p:spPr>
          <a:xfrm>
            <a:off x="1961609" y="4183976"/>
            <a:ext cx="12801" cy="12801"/>
          </a:xfrm>
          <a:prstGeom prst="ellipse">
            <a:avLst/>
          </a:prstGeom>
          <a:solidFill>
            <a:srgbClr val="2D2D4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Oval 38"/>
          <p:cNvSpPr/>
          <p:nvPr/>
        </p:nvSpPr>
        <p:spPr>
          <a:xfrm>
            <a:off x="11529393" y="203464"/>
            <a:ext cx="21945" cy="21945"/>
          </a:xfrm>
          <a:prstGeom prst="ellipse">
            <a:avLst/>
          </a:prstGeom>
          <a:solidFill>
            <a:srgbClr val="38365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Oval 39"/>
          <p:cNvSpPr/>
          <p:nvPr/>
        </p:nvSpPr>
        <p:spPr>
          <a:xfrm>
            <a:off x="10565733" y="5666215"/>
            <a:ext cx="21945" cy="21945"/>
          </a:xfrm>
          <a:prstGeom prst="ellipse">
            <a:avLst/>
          </a:prstGeom>
          <a:solidFill>
            <a:srgbClr val="3E3C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Oval 40"/>
          <p:cNvSpPr/>
          <p:nvPr/>
        </p:nvSpPr>
        <p:spPr>
          <a:xfrm>
            <a:off x="5464271" y="581309"/>
            <a:ext cx="21945" cy="21945"/>
          </a:xfrm>
          <a:prstGeom prst="ellipse">
            <a:avLst/>
          </a:prstGeom>
          <a:solidFill>
            <a:srgbClr val="2A2A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Oval 41"/>
          <p:cNvSpPr/>
          <p:nvPr/>
        </p:nvSpPr>
        <p:spPr>
          <a:xfrm>
            <a:off x="8445390" y="854207"/>
            <a:ext cx="12801" cy="12801"/>
          </a:xfrm>
          <a:prstGeom prst="ellipse">
            <a:avLst/>
          </a:prstGeom>
          <a:solidFill>
            <a:srgbClr val="37365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Oval 42"/>
          <p:cNvSpPr/>
          <p:nvPr/>
        </p:nvSpPr>
        <p:spPr>
          <a:xfrm>
            <a:off x="6792382" y="3923480"/>
            <a:ext cx="21945" cy="21945"/>
          </a:xfrm>
          <a:prstGeom prst="ellipse">
            <a:avLst/>
          </a:prstGeom>
          <a:solidFill>
            <a:srgbClr val="43406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Oval 43"/>
          <p:cNvSpPr/>
          <p:nvPr/>
        </p:nvSpPr>
        <p:spPr>
          <a:xfrm>
            <a:off x="3675617" y="2911754"/>
            <a:ext cx="16459" cy="16459"/>
          </a:xfrm>
          <a:prstGeom prst="ellipse">
            <a:avLst/>
          </a:prstGeom>
          <a:solidFill>
            <a:srgbClr val="47446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Oval 44"/>
          <p:cNvSpPr/>
          <p:nvPr/>
        </p:nvSpPr>
        <p:spPr>
          <a:xfrm>
            <a:off x="1623055" y="4963865"/>
            <a:ext cx="16459" cy="16459"/>
          </a:xfrm>
          <a:prstGeom prst="ellipse">
            <a:avLst/>
          </a:prstGeom>
          <a:solidFill>
            <a:srgbClr val="2425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Oval 45"/>
          <p:cNvSpPr/>
          <p:nvPr/>
        </p:nvSpPr>
        <p:spPr>
          <a:xfrm>
            <a:off x="7053741" y="3490161"/>
            <a:ext cx="16459" cy="16459"/>
          </a:xfrm>
          <a:prstGeom prst="ellipse">
            <a:avLst/>
          </a:prstGeom>
          <a:solidFill>
            <a:srgbClr val="2526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Oval 46"/>
          <p:cNvSpPr/>
          <p:nvPr/>
        </p:nvSpPr>
        <p:spPr>
          <a:xfrm>
            <a:off x="7574829" y="6303960"/>
            <a:ext cx="21945" cy="21945"/>
          </a:xfrm>
          <a:prstGeom prst="ellipse">
            <a:avLst/>
          </a:prstGeom>
          <a:solidFill>
            <a:srgbClr val="3E3C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Oval 47"/>
          <p:cNvSpPr/>
          <p:nvPr/>
        </p:nvSpPr>
        <p:spPr>
          <a:xfrm>
            <a:off x="7344658" y="4185606"/>
            <a:ext cx="21945" cy="21945"/>
          </a:xfrm>
          <a:prstGeom prst="ellipse">
            <a:avLst/>
          </a:prstGeom>
          <a:solidFill>
            <a:srgbClr val="2A2A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Oval 48"/>
          <p:cNvSpPr/>
          <p:nvPr/>
        </p:nvSpPr>
        <p:spPr>
          <a:xfrm>
            <a:off x="10258031" y="141559"/>
            <a:ext cx="21945" cy="21945"/>
          </a:xfrm>
          <a:prstGeom prst="ellipse">
            <a:avLst/>
          </a:prstGeom>
          <a:solidFill>
            <a:srgbClr val="2223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Oval 49"/>
          <p:cNvSpPr/>
          <p:nvPr/>
        </p:nvSpPr>
        <p:spPr>
          <a:xfrm>
            <a:off x="1843576" y="2645445"/>
            <a:ext cx="16459" cy="16459"/>
          </a:xfrm>
          <a:prstGeom prst="ellipse">
            <a:avLst/>
          </a:prstGeom>
          <a:solidFill>
            <a:srgbClr val="20213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Oval 50"/>
          <p:cNvSpPr/>
          <p:nvPr/>
        </p:nvSpPr>
        <p:spPr>
          <a:xfrm>
            <a:off x="5244721" y="1491009"/>
            <a:ext cx="21945" cy="21945"/>
          </a:xfrm>
          <a:prstGeom prst="ellipse">
            <a:avLst/>
          </a:prstGeom>
          <a:solidFill>
            <a:srgbClr val="2324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Oval 51"/>
          <p:cNvSpPr/>
          <p:nvPr/>
        </p:nvSpPr>
        <p:spPr>
          <a:xfrm>
            <a:off x="3718795" y="162498"/>
            <a:ext cx="16459" cy="16459"/>
          </a:xfrm>
          <a:prstGeom prst="ellipse">
            <a:avLst/>
          </a:prstGeom>
          <a:solidFill>
            <a:srgbClr val="4C487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Oval 52"/>
          <p:cNvSpPr/>
          <p:nvPr/>
        </p:nvSpPr>
        <p:spPr>
          <a:xfrm>
            <a:off x="4090661" y="4997655"/>
            <a:ext cx="12801" cy="12801"/>
          </a:xfrm>
          <a:prstGeom prst="ellipse">
            <a:avLst/>
          </a:prstGeom>
          <a:solidFill>
            <a:srgbClr val="39385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Oval 53"/>
          <p:cNvSpPr/>
          <p:nvPr/>
        </p:nvSpPr>
        <p:spPr>
          <a:xfrm>
            <a:off x="5080240" y="1811370"/>
            <a:ext cx="16459" cy="16459"/>
          </a:xfrm>
          <a:prstGeom prst="ellipse">
            <a:avLst/>
          </a:prstGeom>
          <a:solidFill>
            <a:srgbClr val="4A47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Oval 54"/>
          <p:cNvSpPr/>
          <p:nvPr/>
        </p:nvSpPr>
        <p:spPr>
          <a:xfrm>
            <a:off x="11578950" y="3418485"/>
            <a:ext cx="21945" cy="21945"/>
          </a:xfrm>
          <a:prstGeom prst="ellipse">
            <a:avLst/>
          </a:prstGeom>
          <a:solidFill>
            <a:srgbClr val="2626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Oval 55"/>
          <p:cNvSpPr/>
          <p:nvPr/>
        </p:nvSpPr>
        <p:spPr>
          <a:xfrm>
            <a:off x="9195229" y="6327547"/>
            <a:ext cx="16459" cy="16459"/>
          </a:xfrm>
          <a:prstGeom prst="ellipse">
            <a:avLst/>
          </a:prstGeom>
          <a:solidFill>
            <a:srgbClr val="2324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 name="Oval 56"/>
          <p:cNvSpPr/>
          <p:nvPr/>
        </p:nvSpPr>
        <p:spPr>
          <a:xfrm>
            <a:off x="11984270" y="3266684"/>
            <a:ext cx="21945" cy="21945"/>
          </a:xfrm>
          <a:prstGeom prst="ellipse">
            <a:avLst/>
          </a:prstGeom>
          <a:solidFill>
            <a:srgbClr val="4A46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 name="Oval 57"/>
          <p:cNvSpPr/>
          <p:nvPr/>
        </p:nvSpPr>
        <p:spPr>
          <a:xfrm>
            <a:off x="6491407" y="3450164"/>
            <a:ext cx="21945" cy="21945"/>
          </a:xfrm>
          <a:prstGeom prst="ellipse">
            <a:avLst/>
          </a:prstGeom>
          <a:solidFill>
            <a:srgbClr val="32315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 name="Oval 58"/>
          <p:cNvSpPr/>
          <p:nvPr/>
        </p:nvSpPr>
        <p:spPr>
          <a:xfrm>
            <a:off x="6720948" y="6007766"/>
            <a:ext cx="21945" cy="21945"/>
          </a:xfrm>
          <a:prstGeom prst="ellipse">
            <a:avLst/>
          </a:prstGeom>
          <a:solidFill>
            <a:srgbClr val="2A2A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 name="Oval 59"/>
          <p:cNvSpPr/>
          <p:nvPr/>
        </p:nvSpPr>
        <p:spPr>
          <a:xfrm>
            <a:off x="2265878" y="3384973"/>
            <a:ext cx="16459" cy="16459"/>
          </a:xfrm>
          <a:prstGeom prst="ellipse">
            <a:avLst/>
          </a:prstGeom>
          <a:solidFill>
            <a:srgbClr val="423F6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 name="Oval 60"/>
          <p:cNvSpPr/>
          <p:nvPr/>
        </p:nvSpPr>
        <p:spPr>
          <a:xfrm>
            <a:off x="8185950" y="4431908"/>
            <a:ext cx="21945" cy="21945"/>
          </a:xfrm>
          <a:prstGeom prst="ellipse">
            <a:avLst/>
          </a:prstGeom>
          <a:solidFill>
            <a:srgbClr val="43406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 name="Oval 61"/>
          <p:cNvSpPr/>
          <p:nvPr/>
        </p:nvSpPr>
        <p:spPr>
          <a:xfrm>
            <a:off x="7990860" y="3851771"/>
            <a:ext cx="12801" cy="12801"/>
          </a:xfrm>
          <a:prstGeom prst="ellipse">
            <a:avLst/>
          </a:prstGeom>
          <a:solidFill>
            <a:srgbClr val="38365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 name="Oval 62"/>
          <p:cNvSpPr/>
          <p:nvPr/>
        </p:nvSpPr>
        <p:spPr>
          <a:xfrm>
            <a:off x="3871394" y="1522836"/>
            <a:ext cx="16459" cy="16459"/>
          </a:xfrm>
          <a:prstGeom prst="ellipse">
            <a:avLst/>
          </a:prstGeom>
          <a:solidFill>
            <a:srgbClr val="4C487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 name="Oval 63"/>
          <p:cNvSpPr/>
          <p:nvPr/>
        </p:nvSpPr>
        <p:spPr>
          <a:xfrm>
            <a:off x="10575796" y="5768578"/>
            <a:ext cx="21945" cy="21945"/>
          </a:xfrm>
          <a:prstGeom prst="ellipse">
            <a:avLst/>
          </a:prstGeom>
          <a:solidFill>
            <a:srgbClr val="35345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 name="Oval 64"/>
          <p:cNvSpPr/>
          <p:nvPr/>
        </p:nvSpPr>
        <p:spPr>
          <a:xfrm>
            <a:off x="9355662" y="4731474"/>
            <a:ext cx="21945" cy="21945"/>
          </a:xfrm>
          <a:prstGeom prst="ellipse">
            <a:avLst/>
          </a:prstGeom>
          <a:solidFill>
            <a:srgbClr val="4C487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6" name="Oval 65"/>
          <p:cNvSpPr/>
          <p:nvPr/>
        </p:nvSpPr>
        <p:spPr>
          <a:xfrm>
            <a:off x="8697120" y="887764"/>
            <a:ext cx="12801" cy="12801"/>
          </a:xfrm>
          <a:prstGeom prst="ellipse">
            <a:avLst/>
          </a:prstGeom>
          <a:solidFill>
            <a:srgbClr val="48456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7" name="TextBox 66"/>
          <p:cNvSpPr txBox="1"/>
          <p:nvPr/>
        </p:nvSpPr>
        <p:spPr>
          <a:xfrm>
            <a:off x="530352" y="320040"/>
            <a:ext cx="3383280" cy="201168"/>
          </a:xfrm>
          <a:prstGeom prst="rect">
            <a:avLst/>
          </a:prstGeom>
          <a:noFill/>
        </p:spPr>
        <p:txBody>
          <a:bodyPr wrap="square" lIns="0" rIns="0" tIns="0" bIns="0" anchor="t">
            <a:spAutoFit/>
          </a:bodyPr>
          <a:lstStyle/>
          <a:p>
            <a:pPr algn="l">
              <a:spcBef>
                <a:spcPts val="0"/>
              </a:spcBef>
              <a:spcAft>
                <a:spcPts val="300"/>
              </a:spcAft>
              <a:defRPr sz="1000" b="1">
                <a:solidFill>
                  <a:srgbClr val="F4F2FF"/>
                </a:solidFill>
                <a:latin typeface="Arial"/>
              </a:defRPr>
            </a:pPr>
            <a:r>
              <a:t>E C H O S P H E R E</a:t>
            </a:r>
          </a:p>
        </p:txBody>
      </p:sp>
      <p:sp>
        <p:nvSpPr>
          <p:cNvPr id="68" name="TextBox 67"/>
          <p:cNvSpPr txBox="1"/>
          <p:nvPr/>
        </p:nvSpPr>
        <p:spPr>
          <a:xfrm>
            <a:off x="5669280" y="320040"/>
            <a:ext cx="5989320" cy="201168"/>
          </a:xfrm>
          <a:prstGeom prst="rect">
            <a:avLst/>
          </a:prstGeom>
          <a:noFill/>
        </p:spPr>
        <p:txBody>
          <a:bodyPr wrap="square" lIns="0" rIns="0" tIns="0" bIns="0" anchor="t">
            <a:spAutoFit/>
          </a:bodyPr>
          <a:lstStyle/>
          <a:p>
            <a:pPr algn="r">
              <a:spcBef>
                <a:spcPts val="0"/>
              </a:spcBef>
              <a:spcAft>
                <a:spcPts val="300"/>
              </a:spcAft>
              <a:defRPr sz="1000" b="0">
                <a:solidFill>
                  <a:srgbClr val="B2B9D0"/>
                </a:solidFill>
                <a:latin typeface="Arial"/>
              </a:defRPr>
            </a:pPr>
            <a:r>
              <a:t>WHO IT IS FOR</a:t>
            </a:r>
          </a:p>
        </p:txBody>
      </p:sp>
      <p:cxnSp>
        <p:nvCxnSpPr>
          <p:cNvPr id="69" name="Connector 68"/>
          <p:cNvCxnSpPr/>
          <p:nvPr/>
        </p:nvCxnSpPr>
        <p:spPr>
          <a:xfrm>
            <a:off x="530352" y="722376"/>
            <a:ext cx="11128248" cy="0"/>
          </a:xfrm>
          <a:prstGeom prst="line">
            <a:avLst/>
          </a:prstGeom>
          <a:ln w="8255">
            <a:solidFill>
              <a:srgbClr val="29324C"/>
            </a:solidFill>
          </a:ln>
        </p:spPr>
        <p:style>
          <a:lnRef idx="2">
            <a:schemeClr val="accent1"/>
          </a:lnRef>
          <a:fillRef idx="0">
            <a:schemeClr val="accent1"/>
          </a:fillRef>
          <a:effectRef idx="1">
            <a:schemeClr val="accent1"/>
          </a:effectRef>
          <a:fontRef idx="minor">
            <a:schemeClr val="tx1"/>
          </a:fontRef>
        </p:style>
      </p:cxnSp>
      <p:sp>
        <p:nvSpPr>
          <p:cNvPr id="70" name="Rectangle 69"/>
          <p:cNvSpPr/>
          <p:nvPr/>
        </p:nvSpPr>
        <p:spPr>
          <a:xfrm>
            <a:off x="530352" y="6510528"/>
            <a:ext cx="201168" cy="22860"/>
          </a:xfrm>
          <a:prstGeom prst="rect">
            <a:avLst/>
          </a:prstGeom>
          <a:solidFill>
            <a:srgbClr val="2932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1" name="Rectangle 70"/>
          <p:cNvSpPr/>
          <p:nvPr/>
        </p:nvSpPr>
        <p:spPr>
          <a:xfrm>
            <a:off x="813815" y="6510528"/>
            <a:ext cx="201168" cy="22860"/>
          </a:xfrm>
          <a:prstGeom prst="rect">
            <a:avLst/>
          </a:prstGeom>
          <a:solidFill>
            <a:srgbClr val="BCAB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2" name="Rectangle 71"/>
          <p:cNvSpPr/>
          <p:nvPr/>
        </p:nvSpPr>
        <p:spPr>
          <a:xfrm>
            <a:off x="1097280" y="6510528"/>
            <a:ext cx="201168" cy="22860"/>
          </a:xfrm>
          <a:prstGeom prst="rect">
            <a:avLst/>
          </a:prstGeom>
          <a:solidFill>
            <a:srgbClr val="2932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3" name="Rectangle 72"/>
          <p:cNvSpPr/>
          <p:nvPr/>
        </p:nvSpPr>
        <p:spPr>
          <a:xfrm>
            <a:off x="1380743" y="6510528"/>
            <a:ext cx="201168" cy="22860"/>
          </a:xfrm>
          <a:prstGeom prst="rect">
            <a:avLst/>
          </a:prstGeom>
          <a:solidFill>
            <a:srgbClr val="2932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4" name="Rectangle 73"/>
          <p:cNvSpPr/>
          <p:nvPr/>
        </p:nvSpPr>
        <p:spPr>
          <a:xfrm>
            <a:off x="1664207" y="6510528"/>
            <a:ext cx="201168" cy="22860"/>
          </a:xfrm>
          <a:prstGeom prst="rect">
            <a:avLst/>
          </a:prstGeom>
          <a:solidFill>
            <a:srgbClr val="2932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5" name="Rectangle 74"/>
          <p:cNvSpPr/>
          <p:nvPr/>
        </p:nvSpPr>
        <p:spPr>
          <a:xfrm>
            <a:off x="1947672" y="6510528"/>
            <a:ext cx="201168" cy="22860"/>
          </a:xfrm>
          <a:prstGeom prst="rect">
            <a:avLst/>
          </a:prstGeom>
          <a:solidFill>
            <a:srgbClr val="2932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6" name="TextBox 75"/>
          <p:cNvSpPr txBox="1"/>
          <p:nvPr/>
        </p:nvSpPr>
        <p:spPr>
          <a:xfrm>
            <a:off x="2743200" y="6409944"/>
            <a:ext cx="6583680" cy="210312"/>
          </a:xfrm>
          <a:prstGeom prst="rect">
            <a:avLst/>
          </a:prstGeom>
          <a:noFill/>
        </p:spPr>
        <p:txBody>
          <a:bodyPr wrap="square" lIns="0" rIns="0" tIns="0" bIns="0" anchor="t">
            <a:spAutoFit/>
          </a:bodyPr>
          <a:lstStyle/>
          <a:p>
            <a:pPr algn="l">
              <a:spcBef>
                <a:spcPts val="0"/>
              </a:spcBef>
              <a:spcAft>
                <a:spcPts val="300"/>
              </a:spcAft>
              <a:defRPr sz="900" b="0">
                <a:solidFill>
                  <a:srgbClr val="B2B9D0"/>
                </a:solidFill>
                <a:latin typeface="Arial"/>
              </a:defRPr>
            </a:pPr>
            <a:r>
              <a:t>AMD DEVELOPER HACKATHON ACT 3  /  TRACK 4</a:t>
            </a:r>
          </a:p>
        </p:txBody>
      </p:sp>
      <p:sp>
        <p:nvSpPr>
          <p:cNvPr id="77" name="TextBox 76"/>
          <p:cNvSpPr txBox="1"/>
          <p:nvPr/>
        </p:nvSpPr>
        <p:spPr>
          <a:xfrm>
            <a:off x="10835640" y="6409944"/>
            <a:ext cx="822960" cy="210312"/>
          </a:xfrm>
          <a:prstGeom prst="rect">
            <a:avLst/>
          </a:prstGeom>
          <a:noFill/>
        </p:spPr>
        <p:txBody>
          <a:bodyPr wrap="square" lIns="0" rIns="0" tIns="0" bIns="0" anchor="t">
            <a:spAutoFit/>
          </a:bodyPr>
          <a:lstStyle/>
          <a:p>
            <a:pPr algn="r">
              <a:spcBef>
                <a:spcPts val="0"/>
              </a:spcBef>
              <a:spcAft>
                <a:spcPts val="300"/>
              </a:spcAft>
              <a:defRPr sz="1000" b="0">
                <a:solidFill>
                  <a:srgbClr val="B2B9D0"/>
                </a:solidFill>
                <a:latin typeface="Arial"/>
              </a:defRPr>
            </a:pPr>
            <a:r>
              <a:t>02 / 06</a:t>
            </a:r>
          </a:p>
        </p:txBody>
      </p:sp>
      <p:sp>
        <p:nvSpPr>
          <p:cNvPr id="78" name="TextBox 77"/>
          <p:cNvSpPr txBox="1"/>
          <p:nvPr/>
        </p:nvSpPr>
        <p:spPr>
          <a:xfrm>
            <a:off x="594360" y="1024128"/>
            <a:ext cx="10607040" cy="1234440"/>
          </a:xfrm>
          <a:prstGeom prst="rect">
            <a:avLst/>
          </a:prstGeom>
          <a:noFill/>
        </p:spPr>
        <p:txBody>
          <a:bodyPr wrap="square" lIns="0" rIns="0" tIns="0" bIns="0" anchor="t">
            <a:spAutoFit/>
          </a:bodyPr>
          <a:lstStyle/>
          <a:p>
            <a:pPr algn="l">
              <a:spcBef>
                <a:spcPts val="0"/>
              </a:spcBef>
              <a:spcAft>
                <a:spcPts val="300"/>
              </a:spcAft>
              <a:defRPr sz="4000" b="1">
                <a:solidFill>
                  <a:srgbClr val="F4F2FF"/>
                </a:solidFill>
                <a:latin typeface="Arial"/>
              </a:defRPr>
            </a:pPr>
            <a:r>
              <a:t>For the people who</a:t>
            </a:r>
          </a:p>
          <a:p>
            <a:pPr algn="l">
              <a:spcBef>
                <a:spcPts val="0"/>
              </a:spcBef>
              <a:spcAft>
                <a:spcPts val="300"/>
              </a:spcAft>
              <a:defRPr sz="4000" b="1">
                <a:solidFill>
                  <a:srgbClr val="F4F2FF"/>
                </a:solidFill>
                <a:latin typeface="Arial"/>
              </a:defRPr>
            </a:pPr>
            <a:r>
              <a:t>bring stories to life.</a:t>
            </a:r>
          </a:p>
        </p:txBody>
      </p:sp>
      <p:sp>
        <p:nvSpPr>
          <p:cNvPr id="79" name="Rounded Rectangle 78"/>
          <p:cNvSpPr/>
          <p:nvPr/>
        </p:nvSpPr>
        <p:spPr>
          <a:xfrm>
            <a:off x="621792" y="2788920"/>
            <a:ext cx="3483864" cy="2258568"/>
          </a:xfrm>
          <a:prstGeom prst="roundRect">
            <a:avLst>
              <a:gd name="adj" fmla="val 9000"/>
            </a:avLst>
          </a:prstGeom>
          <a:solidFill>
            <a:srgbClr val="11182A"/>
          </a:solidFill>
          <a:ln w="10160">
            <a:solidFill>
              <a:srgbClr val="29324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0" name="TextBox 79"/>
          <p:cNvSpPr txBox="1"/>
          <p:nvPr/>
        </p:nvSpPr>
        <p:spPr>
          <a:xfrm>
            <a:off x="841248" y="3008376"/>
            <a:ext cx="548640" cy="365760"/>
          </a:xfrm>
          <a:prstGeom prst="rect">
            <a:avLst/>
          </a:prstGeom>
          <a:noFill/>
        </p:spPr>
        <p:txBody>
          <a:bodyPr wrap="square" lIns="0" rIns="0" tIns="0" bIns="0" anchor="t">
            <a:spAutoFit/>
          </a:bodyPr>
          <a:lstStyle/>
          <a:p>
            <a:pPr algn="l">
              <a:spcBef>
                <a:spcPts val="0"/>
              </a:spcBef>
              <a:spcAft>
                <a:spcPts val="300"/>
              </a:spcAft>
              <a:defRPr sz="2100" b="1">
                <a:solidFill>
                  <a:srgbClr val="BCABFF"/>
                </a:solidFill>
                <a:latin typeface="Arial"/>
              </a:defRPr>
            </a:pPr>
            <a:r>
              <a:t>01</a:t>
            </a:r>
          </a:p>
        </p:txBody>
      </p:sp>
      <p:sp>
        <p:nvSpPr>
          <p:cNvPr id="81" name="TextBox 80"/>
          <p:cNvSpPr txBox="1"/>
          <p:nvPr/>
        </p:nvSpPr>
        <p:spPr>
          <a:xfrm>
            <a:off x="841248" y="3657600"/>
            <a:ext cx="3044952" cy="365760"/>
          </a:xfrm>
          <a:prstGeom prst="rect">
            <a:avLst/>
          </a:prstGeom>
          <a:noFill/>
        </p:spPr>
        <p:txBody>
          <a:bodyPr wrap="square" lIns="0" rIns="0" tIns="0" bIns="0" anchor="t">
            <a:spAutoFit/>
          </a:bodyPr>
          <a:lstStyle/>
          <a:p>
            <a:pPr algn="l">
              <a:spcBef>
                <a:spcPts val="0"/>
              </a:spcBef>
              <a:spcAft>
                <a:spcPts val="300"/>
              </a:spcAft>
              <a:defRPr sz="2100" b="1">
                <a:solidFill>
                  <a:srgbClr val="F4F2FF"/>
                </a:solidFill>
                <a:latin typeface="Arial"/>
              </a:defRPr>
            </a:pPr>
            <a:r>
              <a:t>Immersive studios</a:t>
            </a:r>
          </a:p>
        </p:txBody>
      </p:sp>
      <p:sp>
        <p:nvSpPr>
          <p:cNvPr id="82" name="TextBox 81"/>
          <p:cNvSpPr txBox="1"/>
          <p:nvPr/>
        </p:nvSpPr>
        <p:spPr>
          <a:xfrm>
            <a:off x="841248" y="4224528"/>
            <a:ext cx="3044952" cy="594360"/>
          </a:xfrm>
          <a:prstGeom prst="rect">
            <a:avLst/>
          </a:prstGeom>
          <a:noFill/>
        </p:spPr>
        <p:txBody>
          <a:bodyPr wrap="square" lIns="0" rIns="0" tIns="0" bIns="0" anchor="t">
            <a:spAutoFit/>
          </a:bodyPr>
          <a:lstStyle/>
          <a:p>
            <a:pPr algn="l">
              <a:spcBef>
                <a:spcPts val="0"/>
              </a:spcBef>
              <a:spcAft>
                <a:spcPts val="300"/>
              </a:spcAft>
              <a:defRPr sz="1500" b="0">
                <a:solidFill>
                  <a:srgbClr val="B2B9D0"/>
                </a:solidFill>
                <a:latin typeface="Arial"/>
              </a:defRPr>
            </a:pPr>
            <a:r>
              <a:t>Create responsive worlds</a:t>
            </a:r>
          </a:p>
          <a:p>
            <a:pPr algn="l">
              <a:spcBef>
                <a:spcPts val="0"/>
              </a:spcBef>
              <a:spcAft>
                <a:spcPts val="300"/>
              </a:spcAft>
              <a:defRPr sz="1500" b="0">
                <a:solidFill>
                  <a:srgbClr val="B2B9D0"/>
                </a:solidFill>
                <a:latin typeface="Arial"/>
              </a:defRPr>
            </a:pPr>
            <a:r>
              <a:t>for interactive entertainment.</a:t>
            </a:r>
          </a:p>
        </p:txBody>
      </p:sp>
      <p:sp>
        <p:nvSpPr>
          <p:cNvPr id="83" name="Rounded Rectangle 82"/>
          <p:cNvSpPr/>
          <p:nvPr/>
        </p:nvSpPr>
        <p:spPr>
          <a:xfrm>
            <a:off x="4361688" y="2788920"/>
            <a:ext cx="3483864" cy="2258568"/>
          </a:xfrm>
          <a:prstGeom prst="roundRect">
            <a:avLst>
              <a:gd name="adj" fmla="val 9000"/>
            </a:avLst>
          </a:prstGeom>
          <a:solidFill>
            <a:srgbClr val="11182A"/>
          </a:solidFill>
          <a:ln w="10160">
            <a:solidFill>
              <a:srgbClr val="29324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4" name="TextBox 83"/>
          <p:cNvSpPr txBox="1"/>
          <p:nvPr/>
        </p:nvSpPr>
        <p:spPr>
          <a:xfrm>
            <a:off x="4581144" y="3008376"/>
            <a:ext cx="548640" cy="365760"/>
          </a:xfrm>
          <a:prstGeom prst="rect">
            <a:avLst/>
          </a:prstGeom>
          <a:noFill/>
        </p:spPr>
        <p:txBody>
          <a:bodyPr wrap="square" lIns="0" rIns="0" tIns="0" bIns="0" anchor="t">
            <a:spAutoFit/>
          </a:bodyPr>
          <a:lstStyle/>
          <a:p>
            <a:pPr algn="l">
              <a:spcBef>
                <a:spcPts val="0"/>
              </a:spcBef>
              <a:spcAft>
                <a:spcPts val="300"/>
              </a:spcAft>
              <a:defRPr sz="2100" b="1">
                <a:solidFill>
                  <a:srgbClr val="86DAF2"/>
                </a:solidFill>
                <a:latin typeface="Arial"/>
              </a:defRPr>
            </a:pPr>
            <a:r>
              <a:t>02</a:t>
            </a:r>
          </a:p>
        </p:txBody>
      </p:sp>
      <p:sp>
        <p:nvSpPr>
          <p:cNvPr id="85" name="TextBox 84"/>
          <p:cNvSpPr txBox="1"/>
          <p:nvPr/>
        </p:nvSpPr>
        <p:spPr>
          <a:xfrm>
            <a:off x="4581144" y="3657600"/>
            <a:ext cx="3044952" cy="365760"/>
          </a:xfrm>
          <a:prstGeom prst="rect">
            <a:avLst/>
          </a:prstGeom>
          <a:noFill/>
        </p:spPr>
        <p:txBody>
          <a:bodyPr wrap="square" lIns="0" rIns="0" tIns="0" bIns="0" anchor="t">
            <a:spAutoFit/>
          </a:bodyPr>
          <a:lstStyle/>
          <a:p>
            <a:pPr algn="l">
              <a:spcBef>
                <a:spcPts val="0"/>
              </a:spcBef>
              <a:spcAft>
                <a:spcPts val="300"/>
              </a:spcAft>
              <a:defRPr sz="2100" b="1">
                <a:solidFill>
                  <a:srgbClr val="F4F2FF"/>
                </a:solidFill>
                <a:latin typeface="Arial"/>
              </a:defRPr>
            </a:pPr>
            <a:r>
              <a:t>Museums &amp; venues</a:t>
            </a:r>
          </a:p>
        </p:txBody>
      </p:sp>
      <p:sp>
        <p:nvSpPr>
          <p:cNvPr id="86" name="TextBox 85"/>
          <p:cNvSpPr txBox="1"/>
          <p:nvPr/>
        </p:nvSpPr>
        <p:spPr>
          <a:xfrm>
            <a:off x="4581144" y="4224528"/>
            <a:ext cx="3044952" cy="594360"/>
          </a:xfrm>
          <a:prstGeom prst="rect">
            <a:avLst/>
          </a:prstGeom>
          <a:noFill/>
        </p:spPr>
        <p:txBody>
          <a:bodyPr wrap="square" lIns="0" rIns="0" tIns="0" bIns="0" anchor="t">
            <a:spAutoFit/>
          </a:bodyPr>
          <a:lstStyle/>
          <a:p>
            <a:pPr algn="l">
              <a:spcBef>
                <a:spcPts val="0"/>
              </a:spcBef>
              <a:spcAft>
                <a:spcPts val="300"/>
              </a:spcAft>
              <a:defRPr sz="1500" b="0">
                <a:solidFill>
                  <a:srgbClr val="B2B9D0"/>
                </a:solidFill>
                <a:latin typeface="Arial"/>
              </a:defRPr>
            </a:pPr>
            <a:r>
              <a:t>Turn a visit into a story</a:t>
            </a:r>
          </a:p>
          <a:p>
            <a:pPr algn="l">
              <a:spcBef>
                <a:spcPts val="0"/>
              </a:spcBef>
              <a:spcAft>
                <a:spcPts val="300"/>
              </a:spcAft>
              <a:defRPr sz="1500" b="0">
                <a:solidFill>
                  <a:srgbClr val="B2B9D0"/>
                </a:solidFill>
                <a:latin typeface="Arial"/>
              </a:defRPr>
            </a:pPr>
            <a:r>
              <a:t>the audience can influence.</a:t>
            </a:r>
          </a:p>
        </p:txBody>
      </p:sp>
      <p:sp>
        <p:nvSpPr>
          <p:cNvPr id="87" name="Rounded Rectangle 86"/>
          <p:cNvSpPr/>
          <p:nvPr/>
        </p:nvSpPr>
        <p:spPr>
          <a:xfrm>
            <a:off x="8101583" y="2788920"/>
            <a:ext cx="3483864" cy="2258568"/>
          </a:xfrm>
          <a:prstGeom prst="roundRect">
            <a:avLst>
              <a:gd name="adj" fmla="val 9000"/>
            </a:avLst>
          </a:prstGeom>
          <a:solidFill>
            <a:srgbClr val="11182A"/>
          </a:solidFill>
          <a:ln w="10160">
            <a:solidFill>
              <a:srgbClr val="29324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8" name="TextBox 87"/>
          <p:cNvSpPr txBox="1"/>
          <p:nvPr/>
        </p:nvSpPr>
        <p:spPr>
          <a:xfrm>
            <a:off x="8321040" y="3008376"/>
            <a:ext cx="548640" cy="365760"/>
          </a:xfrm>
          <a:prstGeom prst="rect">
            <a:avLst/>
          </a:prstGeom>
          <a:noFill/>
        </p:spPr>
        <p:txBody>
          <a:bodyPr wrap="square" lIns="0" rIns="0" tIns="0" bIns="0" anchor="t">
            <a:spAutoFit/>
          </a:bodyPr>
          <a:lstStyle/>
          <a:p>
            <a:pPr algn="l">
              <a:spcBef>
                <a:spcPts val="0"/>
              </a:spcBef>
              <a:spcAft>
                <a:spcPts val="300"/>
              </a:spcAft>
              <a:defRPr sz="2100" b="1">
                <a:solidFill>
                  <a:srgbClr val="B5E58C"/>
                </a:solidFill>
                <a:latin typeface="Arial"/>
              </a:defRPr>
            </a:pPr>
            <a:r>
              <a:t>03</a:t>
            </a:r>
          </a:p>
        </p:txBody>
      </p:sp>
      <p:sp>
        <p:nvSpPr>
          <p:cNvPr id="89" name="TextBox 88"/>
          <p:cNvSpPr txBox="1"/>
          <p:nvPr/>
        </p:nvSpPr>
        <p:spPr>
          <a:xfrm>
            <a:off x="8321040" y="3657600"/>
            <a:ext cx="3044952" cy="365760"/>
          </a:xfrm>
          <a:prstGeom prst="rect">
            <a:avLst/>
          </a:prstGeom>
          <a:noFill/>
        </p:spPr>
        <p:txBody>
          <a:bodyPr wrap="square" lIns="0" rIns="0" tIns="0" bIns="0" anchor="t">
            <a:spAutoFit/>
          </a:bodyPr>
          <a:lstStyle/>
          <a:p>
            <a:pPr algn="l">
              <a:spcBef>
                <a:spcPts val="0"/>
              </a:spcBef>
              <a:spcAft>
                <a:spcPts val="300"/>
              </a:spcAft>
              <a:defRPr sz="2100" b="1">
                <a:solidFill>
                  <a:srgbClr val="F4F2FF"/>
                </a:solidFill>
                <a:latin typeface="Arial"/>
              </a:defRPr>
            </a:pPr>
            <a:r>
              <a:t>Audio-first audiences</a:t>
            </a:r>
          </a:p>
        </p:txBody>
      </p:sp>
      <p:sp>
        <p:nvSpPr>
          <p:cNvPr id="90" name="TextBox 89"/>
          <p:cNvSpPr txBox="1"/>
          <p:nvPr/>
        </p:nvSpPr>
        <p:spPr>
          <a:xfrm>
            <a:off x="8321040" y="4224528"/>
            <a:ext cx="3044952" cy="594360"/>
          </a:xfrm>
          <a:prstGeom prst="rect">
            <a:avLst/>
          </a:prstGeom>
          <a:noFill/>
        </p:spPr>
        <p:txBody>
          <a:bodyPr wrap="square" lIns="0" rIns="0" tIns="0" bIns="0" anchor="t">
            <a:spAutoFit/>
          </a:bodyPr>
          <a:lstStyle/>
          <a:p>
            <a:pPr algn="l">
              <a:spcBef>
                <a:spcPts val="0"/>
              </a:spcBef>
              <a:spcAft>
                <a:spcPts val="300"/>
              </a:spcAft>
              <a:defRPr sz="1500" b="0">
                <a:solidFill>
                  <a:srgbClr val="B2B9D0"/>
                </a:solidFill>
                <a:latin typeface="Arial"/>
              </a:defRPr>
            </a:pPr>
            <a:r>
              <a:t>Explore through voice, with</a:t>
            </a:r>
          </a:p>
          <a:p>
            <a:pPr algn="l">
              <a:spcBef>
                <a:spcPts val="0"/>
              </a:spcBef>
              <a:spcAft>
                <a:spcPts val="300"/>
              </a:spcAft>
              <a:defRPr sz="1500" b="0">
                <a:solidFill>
                  <a:srgbClr val="B2B9D0"/>
                </a:solidFill>
                <a:latin typeface="Arial"/>
              </a:defRPr>
            </a:pPr>
            <a:r>
              <a:t>text and keyboard alternatives.</a:t>
            </a:r>
          </a:p>
        </p:txBody>
      </p:sp>
      <p:sp>
        <p:nvSpPr>
          <p:cNvPr id="91" name="TextBox 90"/>
          <p:cNvSpPr txBox="1"/>
          <p:nvPr/>
        </p:nvSpPr>
        <p:spPr>
          <a:xfrm>
            <a:off x="658368" y="5248656"/>
            <a:ext cx="7040880" cy="237744"/>
          </a:xfrm>
          <a:prstGeom prst="rect">
            <a:avLst/>
          </a:prstGeom>
          <a:noFill/>
        </p:spPr>
        <p:txBody>
          <a:bodyPr wrap="square" lIns="0" rIns="0" tIns="0" bIns="0" anchor="t">
            <a:spAutoFit/>
          </a:bodyPr>
          <a:lstStyle/>
          <a:p>
            <a:pPr algn="l">
              <a:spcBef>
                <a:spcPts val="0"/>
              </a:spcBef>
              <a:spcAft>
                <a:spcPts val="300"/>
              </a:spcAft>
              <a:defRPr sz="1000" b="1">
                <a:solidFill>
                  <a:srgbClr val="BCABFF"/>
                </a:solidFill>
                <a:latin typeface="Arial"/>
              </a:defRPr>
            </a:pPr>
            <a:r>
              <a:t>CREATORS / POTENTIAL CUSTOMERS</a:t>
            </a:r>
          </a:p>
        </p:txBody>
      </p:sp>
      <p:sp>
        <p:nvSpPr>
          <p:cNvPr id="92" name="TextBox 91"/>
          <p:cNvSpPr txBox="1"/>
          <p:nvPr/>
        </p:nvSpPr>
        <p:spPr>
          <a:xfrm>
            <a:off x="8138160" y="5248656"/>
            <a:ext cx="3200400" cy="237744"/>
          </a:xfrm>
          <a:prstGeom prst="rect">
            <a:avLst/>
          </a:prstGeom>
          <a:noFill/>
        </p:spPr>
        <p:txBody>
          <a:bodyPr wrap="square" lIns="0" rIns="0" tIns="0" bIns="0" anchor="t">
            <a:spAutoFit/>
          </a:bodyPr>
          <a:lstStyle/>
          <a:p>
            <a:pPr algn="l">
              <a:spcBef>
                <a:spcPts val="0"/>
              </a:spcBef>
              <a:spcAft>
                <a:spcPts val="300"/>
              </a:spcAft>
              <a:defRPr sz="1000" b="1">
                <a:solidFill>
                  <a:srgbClr val="B5E58C"/>
                </a:solidFill>
                <a:latin typeface="Arial"/>
              </a:defRPr>
            </a:pPr>
            <a:r>
              <a:t>PARTICIPANTS</a:t>
            </a:r>
          </a:p>
        </p:txBody>
      </p:sp>
      <p:sp>
        <p:nvSpPr>
          <p:cNvPr id="93" name="TextBox 92"/>
          <p:cNvSpPr txBox="1"/>
          <p:nvPr/>
        </p:nvSpPr>
        <p:spPr>
          <a:xfrm>
            <a:off x="640080" y="5833872"/>
            <a:ext cx="10515600" cy="320040"/>
          </a:xfrm>
          <a:prstGeom prst="rect">
            <a:avLst/>
          </a:prstGeom>
          <a:noFill/>
        </p:spPr>
        <p:txBody>
          <a:bodyPr wrap="square" lIns="0" rIns="0" tIns="0" bIns="0" anchor="t">
            <a:spAutoFit/>
          </a:bodyPr>
          <a:lstStyle/>
          <a:p>
            <a:pPr algn="l">
              <a:spcBef>
                <a:spcPts val="0"/>
              </a:spcBef>
              <a:spcAft>
                <a:spcPts val="300"/>
              </a:spcAft>
              <a:defRPr sz="1700" b="0">
                <a:solidFill>
                  <a:srgbClr val="B2B9D0"/>
                </a:solidFill>
                <a:latin typeface="Arial"/>
              </a:defRPr>
            </a:pPr>
            <a:r>
              <a:t>Proposed model: creator or venue subscription.</a:t>
            </a:r>
          </a:p>
        </p:txBody>
      </p:sp>
    </p:spTree>
  </p:cSld>
  <p:clrMapOvr>
    <a:masterClrMapping/>
  </p:clrMapOvr>
  <p:transition advClick="1" advTm="30000"/>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90D1B"/>
        </a:solidFill>
        <a:effectLst/>
      </p:bgPr>
    </p:bg>
    <p:spTree>
      <p:nvGrpSpPr>
        <p:cNvPr id="1" name=""/>
        <p:cNvGrpSpPr/>
        <p:nvPr/>
      </p:nvGrpSpPr>
      <p:grpSpPr/>
      <p:sp>
        <p:nvSpPr>
          <p:cNvPr id="2" name="Oval 1"/>
          <p:cNvSpPr/>
          <p:nvPr/>
        </p:nvSpPr>
        <p:spPr>
          <a:xfrm>
            <a:off x="3452409" y="3386203"/>
            <a:ext cx="21945" cy="21945"/>
          </a:xfrm>
          <a:prstGeom prst="ellipse">
            <a:avLst/>
          </a:prstGeom>
          <a:solidFill>
            <a:srgbClr val="27274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3667300" y="606981"/>
            <a:ext cx="16459" cy="16459"/>
          </a:xfrm>
          <a:prstGeom prst="ellipse">
            <a:avLst/>
          </a:prstGeom>
          <a:solidFill>
            <a:srgbClr val="3735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2532904" y="845638"/>
            <a:ext cx="16459" cy="16459"/>
          </a:xfrm>
          <a:prstGeom prst="ellipse">
            <a:avLst/>
          </a:prstGeom>
          <a:solidFill>
            <a:srgbClr val="3231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Oval 4"/>
          <p:cNvSpPr/>
          <p:nvPr/>
        </p:nvSpPr>
        <p:spPr>
          <a:xfrm>
            <a:off x="10280636" y="2824425"/>
            <a:ext cx="21945" cy="21945"/>
          </a:xfrm>
          <a:prstGeom prst="ellipse">
            <a:avLst/>
          </a:prstGeom>
          <a:solidFill>
            <a:srgbClr val="3231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6705100" y="2945320"/>
            <a:ext cx="12801" cy="12801"/>
          </a:xfrm>
          <a:prstGeom prst="ellipse">
            <a:avLst/>
          </a:prstGeom>
          <a:solidFill>
            <a:srgbClr val="4A46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6886529" y="1440750"/>
            <a:ext cx="21945" cy="21945"/>
          </a:xfrm>
          <a:prstGeom prst="ellipse">
            <a:avLst/>
          </a:prstGeom>
          <a:solidFill>
            <a:srgbClr val="46436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5647577" y="5309504"/>
            <a:ext cx="16459" cy="16459"/>
          </a:xfrm>
          <a:prstGeom prst="ellipse">
            <a:avLst/>
          </a:prstGeom>
          <a:solidFill>
            <a:srgbClr val="4B476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2850925" y="1539727"/>
            <a:ext cx="16459" cy="16459"/>
          </a:xfrm>
          <a:prstGeom prst="ellipse">
            <a:avLst/>
          </a:prstGeom>
          <a:solidFill>
            <a:srgbClr val="4A466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8547671" y="6154352"/>
            <a:ext cx="12801" cy="12801"/>
          </a:xfrm>
          <a:prstGeom prst="ellipse">
            <a:avLst/>
          </a:prstGeom>
          <a:solidFill>
            <a:srgbClr val="36355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10909117" y="2921402"/>
            <a:ext cx="12801" cy="12801"/>
          </a:xfrm>
          <a:prstGeom prst="ellipse">
            <a:avLst/>
          </a:prstGeom>
          <a:solidFill>
            <a:srgbClr val="43406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1104556" y="6440970"/>
            <a:ext cx="12801" cy="12801"/>
          </a:xfrm>
          <a:prstGeom prst="ellipse">
            <a:avLst/>
          </a:prstGeom>
          <a:solidFill>
            <a:srgbClr val="38375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5349254" y="5116733"/>
            <a:ext cx="16459" cy="16459"/>
          </a:xfrm>
          <a:prstGeom prst="ellipse">
            <a:avLst/>
          </a:prstGeom>
          <a:solidFill>
            <a:srgbClr val="44416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792213" y="2398681"/>
            <a:ext cx="16459" cy="16459"/>
          </a:xfrm>
          <a:prstGeom prst="ellipse">
            <a:avLst/>
          </a:prstGeom>
          <a:solidFill>
            <a:srgbClr val="28284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5003733" y="5343577"/>
            <a:ext cx="16459" cy="16459"/>
          </a:xfrm>
          <a:prstGeom prst="ellipse">
            <a:avLst/>
          </a:prstGeom>
          <a:solidFill>
            <a:srgbClr val="46436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8005777" y="6446917"/>
            <a:ext cx="16459" cy="16459"/>
          </a:xfrm>
          <a:prstGeom prst="ellipse">
            <a:avLst/>
          </a:prstGeom>
          <a:solidFill>
            <a:srgbClr val="3231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4209935" y="3307611"/>
            <a:ext cx="12801" cy="12801"/>
          </a:xfrm>
          <a:prstGeom prst="ellipse">
            <a:avLst/>
          </a:prstGeom>
          <a:solidFill>
            <a:srgbClr val="2A2A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Oval 17"/>
          <p:cNvSpPr/>
          <p:nvPr/>
        </p:nvSpPr>
        <p:spPr>
          <a:xfrm>
            <a:off x="1597115" y="6386616"/>
            <a:ext cx="16459" cy="16459"/>
          </a:xfrm>
          <a:prstGeom prst="ellipse">
            <a:avLst/>
          </a:prstGeom>
          <a:solidFill>
            <a:srgbClr val="46436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5031247" y="4754483"/>
            <a:ext cx="12801" cy="12801"/>
          </a:xfrm>
          <a:prstGeom prst="ellipse">
            <a:avLst/>
          </a:prstGeom>
          <a:solidFill>
            <a:srgbClr val="35345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Oval 19"/>
          <p:cNvSpPr/>
          <p:nvPr/>
        </p:nvSpPr>
        <p:spPr>
          <a:xfrm>
            <a:off x="9032572" y="745865"/>
            <a:ext cx="21945" cy="21945"/>
          </a:xfrm>
          <a:prstGeom prst="ellipse">
            <a:avLst/>
          </a:prstGeom>
          <a:solidFill>
            <a:srgbClr val="48456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6490972" y="3685895"/>
            <a:ext cx="12801" cy="12801"/>
          </a:xfrm>
          <a:prstGeom prst="ellipse">
            <a:avLst/>
          </a:prstGeom>
          <a:solidFill>
            <a:srgbClr val="3C3A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Oval 21"/>
          <p:cNvSpPr/>
          <p:nvPr/>
        </p:nvSpPr>
        <p:spPr>
          <a:xfrm>
            <a:off x="3978418" y="1610555"/>
            <a:ext cx="12801" cy="12801"/>
          </a:xfrm>
          <a:prstGeom prst="ellipse">
            <a:avLst/>
          </a:prstGeom>
          <a:solidFill>
            <a:srgbClr val="403E6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Oval 22"/>
          <p:cNvSpPr/>
          <p:nvPr/>
        </p:nvSpPr>
        <p:spPr>
          <a:xfrm>
            <a:off x="2482550" y="4641454"/>
            <a:ext cx="12801" cy="12801"/>
          </a:xfrm>
          <a:prstGeom prst="ellipse">
            <a:avLst/>
          </a:prstGeom>
          <a:solidFill>
            <a:srgbClr val="3231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8208942" y="3958693"/>
            <a:ext cx="21945" cy="21945"/>
          </a:xfrm>
          <a:prstGeom prst="ellipse">
            <a:avLst/>
          </a:prstGeom>
          <a:solidFill>
            <a:srgbClr val="31314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Oval 24"/>
          <p:cNvSpPr/>
          <p:nvPr/>
        </p:nvSpPr>
        <p:spPr>
          <a:xfrm>
            <a:off x="7878774" y="4511526"/>
            <a:ext cx="12801" cy="12801"/>
          </a:xfrm>
          <a:prstGeom prst="ellipse">
            <a:avLst/>
          </a:prstGeom>
          <a:solidFill>
            <a:srgbClr val="4D497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Oval 25"/>
          <p:cNvSpPr/>
          <p:nvPr/>
        </p:nvSpPr>
        <p:spPr>
          <a:xfrm>
            <a:off x="2574139" y="1000321"/>
            <a:ext cx="12801" cy="12801"/>
          </a:xfrm>
          <a:prstGeom prst="ellipse">
            <a:avLst/>
          </a:prstGeom>
          <a:solidFill>
            <a:srgbClr val="4C487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7975657" y="6618824"/>
            <a:ext cx="16459" cy="16459"/>
          </a:xfrm>
          <a:prstGeom prst="ellipse">
            <a:avLst/>
          </a:prstGeom>
          <a:solidFill>
            <a:srgbClr val="2525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Oval 27"/>
          <p:cNvSpPr/>
          <p:nvPr/>
        </p:nvSpPr>
        <p:spPr>
          <a:xfrm>
            <a:off x="4691601" y="5022079"/>
            <a:ext cx="12801" cy="12801"/>
          </a:xfrm>
          <a:prstGeom prst="ellipse">
            <a:avLst/>
          </a:prstGeom>
          <a:solidFill>
            <a:srgbClr val="3B39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3153138" y="2581292"/>
            <a:ext cx="12801" cy="12801"/>
          </a:xfrm>
          <a:prstGeom prst="ellipse">
            <a:avLst/>
          </a:prstGeom>
          <a:solidFill>
            <a:srgbClr val="2C2C4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Oval 29"/>
          <p:cNvSpPr/>
          <p:nvPr/>
        </p:nvSpPr>
        <p:spPr>
          <a:xfrm>
            <a:off x="5771078" y="1001366"/>
            <a:ext cx="16459" cy="16459"/>
          </a:xfrm>
          <a:prstGeom prst="ellipse">
            <a:avLst/>
          </a:prstGeom>
          <a:solidFill>
            <a:srgbClr val="34335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Oval 30"/>
          <p:cNvSpPr/>
          <p:nvPr/>
        </p:nvSpPr>
        <p:spPr>
          <a:xfrm>
            <a:off x="2159571" y="3346817"/>
            <a:ext cx="16459" cy="16459"/>
          </a:xfrm>
          <a:prstGeom prst="ellipse">
            <a:avLst/>
          </a:prstGeom>
          <a:solidFill>
            <a:srgbClr val="37365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Oval 31"/>
          <p:cNvSpPr/>
          <p:nvPr/>
        </p:nvSpPr>
        <p:spPr>
          <a:xfrm>
            <a:off x="8623543" y="1876444"/>
            <a:ext cx="21945" cy="21945"/>
          </a:xfrm>
          <a:prstGeom prst="ellipse">
            <a:avLst/>
          </a:prstGeom>
          <a:solidFill>
            <a:srgbClr val="2223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Oval 32"/>
          <p:cNvSpPr/>
          <p:nvPr/>
        </p:nvSpPr>
        <p:spPr>
          <a:xfrm>
            <a:off x="7207892" y="3313887"/>
            <a:ext cx="21945" cy="21945"/>
          </a:xfrm>
          <a:prstGeom prst="ellipse">
            <a:avLst/>
          </a:prstGeom>
          <a:solidFill>
            <a:srgbClr val="3C3A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6297974" y="4193921"/>
            <a:ext cx="16459" cy="16459"/>
          </a:xfrm>
          <a:prstGeom prst="ellipse">
            <a:avLst/>
          </a:prstGeom>
          <a:solidFill>
            <a:srgbClr val="46436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Oval 34"/>
          <p:cNvSpPr/>
          <p:nvPr/>
        </p:nvSpPr>
        <p:spPr>
          <a:xfrm>
            <a:off x="10816345" y="4664497"/>
            <a:ext cx="16459" cy="16459"/>
          </a:xfrm>
          <a:prstGeom prst="ellipse">
            <a:avLst/>
          </a:prstGeom>
          <a:solidFill>
            <a:srgbClr val="3231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Oval 35"/>
          <p:cNvSpPr/>
          <p:nvPr/>
        </p:nvSpPr>
        <p:spPr>
          <a:xfrm>
            <a:off x="136013" y="1429738"/>
            <a:ext cx="21945" cy="21945"/>
          </a:xfrm>
          <a:prstGeom prst="ellipse">
            <a:avLst/>
          </a:prstGeom>
          <a:solidFill>
            <a:srgbClr val="3C3A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Oval 36"/>
          <p:cNvSpPr/>
          <p:nvPr/>
        </p:nvSpPr>
        <p:spPr>
          <a:xfrm>
            <a:off x="726259" y="1512548"/>
            <a:ext cx="16459" cy="16459"/>
          </a:xfrm>
          <a:prstGeom prst="ellipse">
            <a:avLst/>
          </a:prstGeom>
          <a:solidFill>
            <a:srgbClr val="35345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Oval 37"/>
          <p:cNvSpPr/>
          <p:nvPr/>
        </p:nvSpPr>
        <p:spPr>
          <a:xfrm>
            <a:off x="9327057" y="2259647"/>
            <a:ext cx="12801" cy="12801"/>
          </a:xfrm>
          <a:prstGeom prst="ellipse">
            <a:avLst/>
          </a:prstGeom>
          <a:solidFill>
            <a:srgbClr val="36355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Oval 38"/>
          <p:cNvSpPr/>
          <p:nvPr/>
        </p:nvSpPr>
        <p:spPr>
          <a:xfrm>
            <a:off x="4452322" y="5340109"/>
            <a:ext cx="21945" cy="21945"/>
          </a:xfrm>
          <a:prstGeom prst="ellipse">
            <a:avLst/>
          </a:prstGeom>
          <a:solidFill>
            <a:srgbClr val="2F2F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Oval 39"/>
          <p:cNvSpPr/>
          <p:nvPr/>
        </p:nvSpPr>
        <p:spPr>
          <a:xfrm>
            <a:off x="10339500" y="2507040"/>
            <a:ext cx="21945" cy="21945"/>
          </a:xfrm>
          <a:prstGeom prst="ellipse">
            <a:avLst/>
          </a:prstGeom>
          <a:solidFill>
            <a:srgbClr val="403E6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Oval 40"/>
          <p:cNvSpPr/>
          <p:nvPr/>
        </p:nvSpPr>
        <p:spPr>
          <a:xfrm>
            <a:off x="2367776" y="4264263"/>
            <a:ext cx="21945" cy="21945"/>
          </a:xfrm>
          <a:prstGeom prst="ellipse">
            <a:avLst/>
          </a:prstGeom>
          <a:solidFill>
            <a:srgbClr val="33325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Oval 41"/>
          <p:cNvSpPr/>
          <p:nvPr/>
        </p:nvSpPr>
        <p:spPr>
          <a:xfrm>
            <a:off x="9099971" y="3907650"/>
            <a:ext cx="12801" cy="12801"/>
          </a:xfrm>
          <a:prstGeom prst="ellipse">
            <a:avLst/>
          </a:prstGeom>
          <a:solidFill>
            <a:srgbClr val="413F6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Oval 42"/>
          <p:cNvSpPr/>
          <p:nvPr/>
        </p:nvSpPr>
        <p:spPr>
          <a:xfrm>
            <a:off x="7237464" y="5213281"/>
            <a:ext cx="16459" cy="16459"/>
          </a:xfrm>
          <a:prstGeom prst="ellipse">
            <a:avLst/>
          </a:prstGeom>
          <a:solidFill>
            <a:srgbClr val="3B39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Oval 43"/>
          <p:cNvSpPr/>
          <p:nvPr/>
        </p:nvSpPr>
        <p:spPr>
          <a:xfrm>
            <a:off x="6447124" y="1591006"/>
            <a:ext cx="12801" cy="12801"/>
          </a:xfrm>
          <a:prstGeom prst="ellipse">
            <a:avLst/>
          </a:prstGeom>
          <a:solidFill>
            <a:srgbClr val="3E3C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Oval 44"/>
          <p:cNvSpPr/>
          <p:nvPr/>
        </p:nvSpPr>
        <p:spPr>
          <a:xfrm>
            <a:off x="1186846" y="4292297"/>
            <a:ext cx="16459" cy="16459"/>
          </a:xfrm>
          <a:prstGeom prst="ellipse">
            <a:avLst/>
          </a:prstGeom>
          <a:solidFill>
            <a:srgbClr val="46436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Oval 45"/>
          <p:cNvSpPr/>
          <p:nvPr/>
        </p:nvSpPr>
        <p:spPr>
          <a:xfrm>
            <a:off x="2724201" y="4711922"/>
            <a:ext cx="21945" cy="21945"/>
          </a:xfrm>
          <a:prstGeom prst="ellipse">
            <a:avLst/>
          </a:prstGeom>
          <a:solidFill>
            <a:srgbClr val="2525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Oval 46"/>
          <p:cNvSpPr/>
          <p:nvPr/>
        </p:nvSpPr>
        <p:spPr>
          <a:xfrm>
            <a:off x="2652729" y="5703619"/>
            <a:ext cx="12801" cy="12801"/>
          </a:xfrm>
          <a:prstGeom prst="ellipse">
            <a:avLst/>
          </a:prstGeom>
          <a:solidFill>
            <a:srgbClr val="28284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Oval 47"/>
          <p:cNvSpPr/>
          <p:nvPr/>
        </p:nvSpPr>
        <p:spPr>
          <a:xfrm>
            <a:off x="9390798" y="339319"/>
            <a:ext cx="16459" cy="16459"/>
          </a:xfrm>
          <a:prstGeom prst="ellipse">
            <a:avLst/>
          </a:prstGeom>
          <a:solidFill>
            <a:srgbClr val="2929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Oval 48"/>
          <p:cNvSpPr/>
          <p:nvPr/>
        </p:nvSpPr>
        <p:spPr>
          <a:xfrm>
            <a:off x="10135815" y="4787793"/>
            <a:ext cx="12801" cy="12801"/>
          </a:xfrm>
          <a:prstGeom prst="ellipse">
            <a:avLst/>
          </a:prstGeom>
          <a:solidFill>
            <a:srgbClr val="413E6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Oval 49"/>
          <p:cNvSpPr/>
          <p:nvPr/>
        </p:nvSpPr>
        <p:spPr>
          <a:xfrm>
            <a:off x="6040441" y="6223877"/>
            <a:ext cx="12801" cy="12801"/>
          </a:xfrm>
          <a:prstGeom prst="ellipse">
            <a:avLst/>
          </a:prstGeom>
          <a:solidFill>
            <a:srgbClr val="413E6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Oval 50"/>
          <p:cNvSpPr/>
          <p:nvPr/>
        </p:nvSpPr>
        <p:spPr>
          <a:xfrm>
            <a:off x="8295340" y="860065"/>
            <a:ext cx="12801" cy="12801"/>
          </a:xfrm>
          <a:prstGeom prst="ellipse">
            <a:avLst/>
          </a:prstGeom>
          <a:solidFill>
            <a:srgbClr val="29294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Oval 51"/>
          <p:cNvSpPr/>
          <p:nvPr/>
        </p:nvSpPr>
        <p:spPr>
          <a:xfrm>
            <a:off x="8069315" y="2211759"/>
            <a:ext cx="21945" cy="21945"/>
          </a:xfrm>
          <a:prstGeom prst="ellipse">
            <a:avLst/>
          </a:prstGeom>
          <a:solidFill>
            <a:srgbClr val="27274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Oval 52"/>
          <p:cNvSpPr/>
          <p:nvPr/>
        </p:nvSpPr>
        <p:spPr>
          <a:xfrm>
            <a:off x="3617873" y="2942791"/>
            <a:ext cx="12801" cy="12801"/>
          </a:xfrm>
          <a:prstGeom prst="ellipse">
            <a:avLst/>
          </a:prstGeom>
          <a:solidFill>
            <a:srgbClr val="29294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Oval 53"/>
          <p:cNvSpPr/>
          <p:nvPr/>
        </p:nvSpPr>
        <p:spPr>
          <a:xfrm>
            <a:off x="7388816" y="4973174"/>
            <a:ext cx="12801" cy="12801"/>
          </a:xfrm>
          <a:prstGeom prst="ellipse">
            <a:avLst/>
          </a:prstGeom>
          <a:solidFill>
            <a:srgbClr val="4B486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Oval 54"/>
          <p:cNvSpPr/>
          <p:nvPr/>
        </p:nvSpPr>
        <p:spPr>
          <a:xfrm>
            <a:off x="6634131" y="4691604"/>
            <a:ext cx="16459" cy="16459"/>
          </a:xfrm>
          <a:prstGeom prst="ellipse">
            <a:avLst/>
          </a:prstGeom>
          <a:solidFill>
            <a:srgbClr val="2A2A4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Oval 55"/>
          <p:cNvSpPr/>
          <p:nvPr/>
        </p:nvSpPr>
        <p:spPr>
          <a:xfrm>
            <a:off x="11126069" y="4917372"/>
            <a:ext cx="12801" cy="12801"/>
          </a:xfrm>
          <a:prstGeom prst="ellipse">
            <a:avLst/>
          </a:prstGeom>
          <a:solidFill>
            <a:srgbClr val="2C2C4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 name="Oval 56"/>
          <p:cNvSpPr/>
          <p:nvPr/>
        </p:nvSpPr>
        <p:spPr>
          <a:xfrm>
            <a:off x="278010" y="2694250"/>
            <a:ext cx="21945" cy="21945"/>
          </a:xfrm>
          <a:prstGeom prst="ellipse">
            <a:avLst/>
          </a:prstGeom>
          <a:solidFill>
            <a:srgbClr val="3B39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 name="Oval 57"/>
          <p:cNvSpPr/>
          <p:nvPr/>
        </p:nvSpPr>
        <p:spPr>
          <a:xfrm>
            <a:off x="5622821" y="332974"/>
            <a:ext cx="21945" cy="21945"/>
          </a:xfrm>
          <a:prstGeom prst="ellipse">
            <a:avLst/>
          </a:prstGeom>
          <a:solidFill>
            <a:srgbClr val="2929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 name="Oval 58"/>
          <p:cNvSpPr/>
          <p:nvPr/>
        </p:nvSpPr>
        <p:spPr>
          <a:xfrm>
            <a:off x="6630942" y="303010"/>
            <a:ext cx="12801" cy="12801"/>
          </a:xfrm>
          <a:prstGeom prst="ellipse">
            <a:avLst/>
          </a:prstGeom>
          <a:solidFill>
            <a:srgbClr val="2122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 name="Oval 59"/>
          <p:cNvSpPr/>
          <p:nvPr/>
        </p:nvSpPr>
        <p:spPr>
          <a:xfrm>
            <a:off x="2166305" y="2122737"/>
            <a:ext cx="16459" cy="16459"/>
          </a:xfrm>
          <a:prstGeom prst="ellipse">
            <a:avLst/>
          </a:prstGeom>
          <a:solidFill>
            <a:srgbClr val="39375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 name="Oval 60"/>
          <p:cNvSpPr/>
          <p:nvPr/>
        </p:nvSpPr>
        <p:spPr>
          <a:xfrm>
            <a:off x="3801943" y="551485"/>
            <a:ext cx="16459" cy="16459"/>
          </a:xfrm>
          <a:prstGeom prst="ellipse">
            <a:avLst/>
          </a:prstGeom>
          <a:solidFill>
            <a:srgbClr val="49456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 name="Oval 61"/>
          <p:cNvSpPr/>
          <p:nvPr/>
        </p:nvSpPr>
        <p:spPr>
          <a:xfrm>
            <a:off x="4014256" y="4449189"/>
            <a:ext cx="16459" cy="16459"/>
          </a:xfrm>
          <a:prstGeom prst="ellipse">
            <a:avLst/>
          </a:prstGeom>
          <a:solidFill>
            <a:srgbClr val="3A38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 name="Oval 62"/>
          <p:cNvSpPr/>
          <p:nvPr/>
        </p:nvSpPr>
        <p:spPr>
          <a:xfrm>
            <a:off x="8447179" y="138240"/>
            <a:ext cx="16459" cy="16459"/>
          </a:xfrm>
          <a:prstGeom prst="ellipse">
            <a:avLst/>
          </a:prstGeom>
          <a:solidFill>
            <a:srgbClr val="2223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 name="Oval 63"/>
          <p:cNvSpPr/>
          <p:nvPr/>
        </p:nvSpPr>
        <p:spPr>
          <a:xfrm>
            <a:off x="10262995" y="5633648"/>
            <a:ext cx="21945" cy="21945"/>
          </a:xfrm>
          <a:prstGeom prst="ellipse">
            <a:avLst/>
          </a:prstGeom>
          <a:solidFill>
            <a:srgbClr val="2626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 name="Oval 64"/>
          <p:cNvSpPr/>
          <p:nvPr/>
        </p:nvSpPr>
        <p:spPr>
          <a:xfrm>
            <a:off x="514963" y="1333565"/>
            <a:ext cx="16459" cy="16459"/>
          </a:xfrm>
          <a:prstGeom prst="ellipse">
            <a:avLst/>
          </a:prstGeom>
          <a:solidFill>
            <a:srgbClr val="4845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6" name="Oval 65"/>
          <p:cNvSpPr/>
          <p:nvPr/>
        </p:nvSpPr>
        <p:spPr>
          <a:xfrm>
            <a:off x="7462720" y="1752027"/>
            <a:ext cx="21945" cy="21945"/>
          </a:xfrm>
          <a:prstGeom prst="ellipse">
            <a:avLst/>
          </a:prstGeom>
          <a:solidFill>
            <a:srgbClr val="4C487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7" name="TextBox 66"/>
          <p:cNvSpPr txBox="1"/>
          <p:nvPr/>
        </p:nvSpPr>
        <p:spPr>
          <a:xfrm>
            <a:off x="530352" y="320040"/>
            <a:ext cx="3383280" cy="201168"/>
          </a:xfrm>
          <a:prstGeom prst="rect">
            <a:avLst/>
          </a:prstGeom>
          <a:noFill/>
        </p:spPr>
        <p:txBody>
          <a:bodyPr wrap="square" lIns="0" rIns="0" tIns="0" bIns="0" anchor="t">
            <a:spAutoFit/>
          </a:bodyPr>
          <a:lstStyle/>
          <a:p>
            <a:pPr algn="l">
              <a:spcBef>
                <a:spcPts val="0"/>
              </a:spcBef>
              <a:spcAft>
                <a:spcPts val="300"/>
              </a:spcAft>
              <a:defRPr sz="1000" b="1">
                <a:solidFill>
                  <a:srgbClr val="F4F2FF"/>
                </a:solidFill>
                <a:latin typeface="Arial"/>
              </a:defRPr>
            </a:pPr>
            <a:r>
              <a:t>E C H O S P H E R E</a:t>
            </a:r>
          </a:p>
        </p:txBody>
      </p:sp>
      <p:sp>
        <p:nvSpPr>
          <p:cNvPr id="68" name="TextBox 67"/>
          <p:cNvSpPr txBox="1"/>
          <p:nvPr/>
        </p:nvSpPr>
        <p:spPr>
          <a:xfrm>
            <a:off x="5669280" y="320040"/>
            <a:ext cx="5989320" cy="201168"/>
          </a:xfrm>
          <a:prstGeom prst="rect">
            <a:avLst/>
          </a:prstGeom>
          <a:noFill/>
        </p:spPr>
        <p:txBody>
          <a:bodyPr wrap="square" lIns="0" rIns="0" tIns="0" bIns="0" anchor="t">
            <a:spAutoFit/>
          </a:bodyPr>
          <a:lstStyle/>
          <a:p>
            <a:pPr algn="r">
              <a:spcBef>
                <a:spcPts val="0"/>
              </a:spcBef>
              <a:spcAft>
                <a:spcPts val="300"/>
              </a:spcAft>
              <a:defRPr sz="1000" b="0">
                <a:solidFill>
                  <a:srgbClr val="B2B9D0"/>
                </a:solidFill>
                <a:latin typeface="Arial"/>
              </a:defRPr>
            </a:pPr>
            <a:r>
              <a:t>THE PROBLEM IT ADDRESSES</a:t>
            </a:r>
          </a:p>
        </p:txBody>
      </p:sp>
      <p:cxnSp>
        <p:nvCxnSpPr>
          <p:cNvPr id="69" name="Connector 68"/>
          <p:cNvCxnSpPr/>
          <p:nvPr/>
        </p:nvCxnSpPr>
        <p:spPr>
          <a:xfrm>
            <a:off x="530352" y="722376"/>
            <a:ext cx="11128248" cy="0"/>
          </a:xfrm>
          <a:prstGeom prst="line">
            <a:avLst/>
          </a:prstGeom>
          <a:ln w="8255">
            <a:solidFill>
              <a:srgbClr val="29324C"/>
            </a:solidFill>
          </a:ln>
        </p:spPr>
        <p:style>
          <a:lnRef idx="2">
            <a:schemeClr val="accent1"/>
          </a:lnRef>
          <a:fillRef idx="0">
            <a:schemeClr val="accent1"/>
          </a:fillRef>
          <a:effectRef idx="1">
            <a:schemeClr val="accent1"/>
          </a:effectRef>
          <a:fontRef idx="minor">
            <a:schemeClr val="tx1"/>
          </a:fontRef>
        </p:style>
      </p:cxnSp>
      <p:sp>
        <p:nvSpPr>
          <p:cNvPr id="70" name="Rectangle 69"/>
          <p:cNvSpPr/>
          <p:nvPr/>
        </p:nvSpPr>
        <p:spPr>
          <a:xfrm>
            <a:off x="530352" y="6510528"/>
            <a:ext cx="201168" cy="22860"/>
          </a:xfrm>
          <a:prstGeom prst="rect">
            <a:avLst/>
          </a:prstGeom>
          <a:solidFill>
            <a:srgbClr val="2932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1" name="Rectangle 70"/>
          <p:cNvSpPr/>
          <p:nvPr/>
        </p:nvSpPr>
        <p:spPr>
          <a:xfrm>
            <a:off x="813815" y="6510528"/>
            <a:ext cx="201168" cy="22860"/>
          </a:xfrm>
          <a:prstGeom prst="rect">
            <a:avLst/>
          </a:prstGeom>
          <a:solidFill>
            <a:srgbClr val="2932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2" name="Rectangle 71"/>
          <p:cNvSpPr/>
          <p:nvPr/>
        </p:nvSpPr>
        <p:spPr>
          <a:xfrm>
            <a:off x="1097280" y="6510528"/>
            <a:ext cx="201168" cy="22860"/>
          </a:xfrm>
          <a:prstGeom prst="rect">
            <a:avLst/>
          </a:prstGeom>
          <a:solidFill>
            <a:srgbClr val="BCAB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3" name="Rectangle 72"/>
          <p:cNvSpPr/>
          <p:nvPr/>
        </p:nvSpPr>
        <p:spPr>
          <a:xfrm>
            <a:off x="1380743" y="6510528"/>
            <a:ext cx="201168" cy="22860"/>
          </a:xfrm>
          <a:prstGeom prst="rect">
            <a:avLst/>
          </a:prstGeom>
          <a:solidFill>
            <a:srgbClr val="2932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4" name="Rectangle 73"/>
          <p:cNvSpPr/>
          <p:nvPr/>
        </p:nvSpPr>
        <p:spPr>
          <a:xfrm>
            <a:off x="1664207" y="6510528"/>
            <a:ext cx="201168" cy="22860"/>
          </a:xfrm>
          <a:prstGeom prst="rect">
            <a:avLst/>
          </a:prstGeom>
          <a:solidFill>
            <a:srgbClr val="2932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5" name="Rectangle 74"/>
          <p:cNvSpPr/>
          <p:nvPr/>
        </p:nvSpPr>
        <p:spPr>
          <a:xfrm>
            <a:off x="1947672" y="6510528"/>
            <a:ext cx="201168" cy="22860"/>
          </a:xfrm>
          <a:prstGeom prst="rect">
            <a:avLst/>
          </a:prstGeom>
          <a:solidFill>
            <a:srgbClr val="2932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6" name="TextBox 75"/>
          <p:cNvSpPr txBox="1"/>
          <p:nvPr/>
        </p:nvSpPr>
        <p:spPr>
          <a:xfrm>
            <a:off x="2743200" y="6409944"/>
            <a:ext cx="6583680" cy="210312"/>
          </a:xfrm>
          <a:prstGeom prst="rect">
            <a:avLst/>
          </a:prstGeom>
          <a:noFill/>
        </p:spPr>
        <p:txBody>
          <a:bodyPr wrap="square" lIns="0" rIns="0" tIns="0" bIns="0" anchor="t">
            <a:spAutoFit/>
          </a:bodyPr>
          <a:lstStyle/>
          <a:p>
            <a:pPr algn="l">
              <a:spcBef>
                <a:spcPts val="0"/>
              </a:spcBef>
              <a:spcAft>
                <a:spcPts val="300"/>
              </a:spcAft>
              <a:defRPr sz="900" b="0">
                <a:solidFill>
                  <a:srgbClr val="B2B9D0"/>
                </a:solidFill>
                <a:latin typeface="Arial"/>
              </a:defRPr>
            </a:pPr>
            <a:r>
              <a:t>AMD DEVELOPER HACKATHON ACT 3  /  TRACK 4</a:t>
            </a:r>
          </a:p>
        </p:txBody>
      </p:sp>
      <p:sp>
        <p:nvSpPr>
          <p:cNvPr id="77" name="TextBox 76"/>
          <p:cNvSpPr txBox="1"/>
          <p:nvPr/>
        </p:nvSpPr>
        <p:spPr>
          <a:xfrm>
            <a:off x="10835640" y="6409944"/>
            <a:ext cx="822960" cy="210312"/>
          </a:xfrm>
          <a:prstGeom prst="rect">
            <a:avLst/>
          </a:prstGeom>
          <a:noFill/>
        </p:spPr>
        <p:txBody>
          <a:bodyPr wrap="square" lIns="0" rIns="0" tIns="0" bIns="0" anchor="t">
            <a:spAutoFit/>
          </a:bodyPr>
          <a:lstStyle/>
          <a:p>
            <a:pPr algn="r">
              <a:spcBef>
                <a:spcPts val="0"/>
              </a:spcBef>
              <a:spcAft>
                <a:spcPts val="300"/>
              </a:spcAft>
              <a:defRPr sz="1000" b="0">
                <a:solidFill>
                  <a:srgbClr val="B2B9D0"/>
                </a:solidFill>
                <a:latin typeface="Arial"/>
              </a:defRPr>
            </a:pPr>
            <a:r>
              <a:t>03 / 06</a:t>
            </a:r>
          </a:p>
        </p:txBody>
      </p:sp>
      <p:sp>
        <p:nvSpPr>
          <p:cNvPr id="78" name="TextBox 77"/>
          <p:cNvSpPr txBox="1"/>
          <p:nvPr/>
        </p:nvSpPr>
        <p:spPr>
          <a:xfrm>
            <a:off x="594360" y="1069848"/>
            <a:ext cx="5943600" cy="1280160"/>
          </a:xfrm>
          <a:prstGeom prst="rect">
            <a:avLst/>
          </a:prstGeom>
          <a:noFill/>
        </p:spPr>
        <p:txBody>
          <a:bodyPr wrap="square" lIns="0" rIns="0" tIns="0" bIns="0" anchor="t">
            <a:spAutoFit/>
          </a:bodyPr>
          <a:lstStyle/>
          <a:p>
            <a:pPr algn="l">
              <a:spcBef>
                <a:spcPts val="0"/>
              </a:spcBef>
              <a:spcAft>
                <a:spcPts val="300"/>
              </a:spcAft>
              <a:defRPr sz="4200" b="1">
                <a:solidFill>
                  <a:srgbClr val="F4F2FF"/>
                </a:solidFill>
                <a:latin typeface="Arial"/>
              </a:defRPr>
            </a:pPr>
            <a:r>
              <a:t>A voice carries</a:t>
            </a:r>
          </a:p>
          <a:p>
            <a:pPr algn="l">
              <a:spcBef>
                <a:spcPts val="0"/>
              </a:spcBef>
              <a:spcAft>
                <a:spcPts val="300"/>
              </a:spcAft>
              <a:defRPr sz="4200" b="1">
                <a:solidFill>
                  <a:srgbClr val="F4F2FF"/>
                </a:solidFill>
                <a:latin typeface="Arial"/>
              </a:defRPr>
            </a:pPr>
            <a:r>
              <a:t>more than words.</a:t>
            </a:r>
          </a:p>
        </p:txBody>
      </p:sp>
      <p:sp>
        <p:nvSpPr>
          <p:cNvPr id="79" name="TextBox 78"/>
          <p:cNvSpPr txBox="1"/>
          <p:nvPr/>
        </p:nvSpPr>
        <p:spPr>
          <a:xfrm>
            <a:off x="640080" y="2852928"/>
            <a:ext cx="5120640" cy="841248"/>
          </a:xfrm>
          <a:prstGeom prst="rect">
            <a:avLst/>
          </a:prstGeom>
          <a:noFill/>
        </p:spPr>
        <p:txBody>
          <a:bodyPr wrap="square" lIns="0" rIns="0" tIns="0" bIns="0" anchor="t">
            <a:spAutoFit/>
          </a:bodyPr>
          <a:lstStyle/>
          <a:p>
            <a:pPr algn="l">
              <a:spcBef>
                <a:spcPts val="0"/>
              </a:spcBef>
              <a:spcAft>
                <a:spcPts val="300"/>
              </a:spcAft>
              <a:defRPr sz="2400" b="0">
                <a:solidFill>
                  <a:srgbClr val="B2B9D0"/>
                </a:solidFill>
                <a:latin typeface="Arial"/>
              </a:defRPr>
            </a:pPr>
            <a:r>
              <a:t>A transcript loses softness,</a:t>
            </a:r>
          </a:p>
          <a:p>
            <a:pPr algn="l">
              <a:spcBef>
                <a:spcPts val="0"/>
              </a:spcBef>
              <a:spcAft>
                <a:spcPts val="300"/>
              </a:spcAft>
              <a:defRPr sz="2400" b="0">
                <a:solidFill>
                  <a:srgbClr val="B2B9D0"/>
                </a:solidFill>
                <a:latin typeface="Arial"/>
              </a:defRPr>
            </a:pPr>
            <a:r>
              <a:t>pauses and intensity.</a:t>
            </a:r>
          </a:p>
        </p:txBody>
      </p:sp>
      <p:cxnSp>
        <p:nvCxnSpPr>
          <p:cNvPr id="80" name="Connector 79"/>
          <p:cNvCxnSpPr/>
          <p:nvPr/>
        </p:nvCxnSpPr>
        <p:spPr>
          <a:xfrm>
            <a:off x="640080" y="4087368"/>
            <a:ext cx="4434840" cy="0"/>
          </a:xfrm>
          <a:prstGeom prst="line">
            <a:avLst/>
          </a:prstGeom>
          <a:ln w="12700">
            <a:solidFill>
              <a:srgbClr val="BCABFF"/>
            </a:solidFill>
          </a:ln>
        </p:spPr>
        <p:style>
          <a:lnRef idx="2">
            <a:schemeClr val="accent1"/>
          </a:lnRef>
          <a:fillRef idx="0">
            <a:schemeClr val="accent1"/>
          </a:fillRef>
          <a:effectRef idx="1">
            <a:schemeClr val="accent1"/>
          </a:effectRef>
          <a:fontRef idx="minor">
            <a:schemeClr val="tx1"/>
          </a:fontRef>
        </p:style>
      </p:cxnSp>
      <p:sp>
        <p:nvSpPr>
          <p:cNvPr id="81" name="TextBox 80"/>
          <p:cNvSpPr txBox="1"/>
          <p:nvPr/>
        </p:nvSpPr>
        <p:spPr>
          <a:xfrm>
            <a:off x="640080" y="4352544"/>
            <a:ext cx="5166360" cy="914400"/>
          </a:xfrm>
          <a:prstGeom prst="rect">
            <a:avLst/>
          </a:prstGeom>
          <a:noFill/>
        </p:spPr>
        <p:txBody>
          <a:bodyPr wrap="square" lIns="0" rIns="0" tIns="0" bIns="0" anchor="t">
            <a:spAutoFit/>
          </a:bodyPr>
          <a:lstStyle/>
          <a:p>
            <a:pPr algn="l">
              <a:spcBef>
                <a:spcPts val="0"/>
              </a:spcBef>
              <a:spcAft>
                <a:spcPts val="300"/>
              </a:spcAft>
              <a:defRPr sz="2100" b="0">
                <a:solidFill>
                  <a:srgbClr val="F4F2FF"/>
                </a:solidFill>
                <a:latin typeface="Arial"/>
              </a:defRPr>
            </a:pPr>
            <a:r>
              <a:t>Waiting for a full turn can leave</a:t>
            </a:r>
          </a:p>
          <a:p>
            <a:pPr algn="l">
              <a:spcBef>
                <a:spcPts val="0"/>
              </a:spcBef>
              <a:spcAft>
                <a:spcPts val="300"/>
              </a:spcAft>
              <a:defRPr sz="2100" b="0">
                <a:solidFill>
                  <a:srgbClr val="F4F2FF"/>
                </a:solidFill>
                <a:latin typeface="Arial"/>
              </a:defRPr>
            </a:pPr>
            <a:r>
              <a:t>the world unresponsive while we speak.</a:t>
            </a:r>
          </a:p>
        </p:txBody>
      </p:sp>
      <p:sp>
        <p:nvSpPr>
          <p:cNvPr id="82" name="Rounded Rectangle 81"/>
          <p:cNvSpPr/>
          <p:nvPr/>
        </p:nvSpPr>
        <p:spPr>
          <a:xfrm>
            <a:off x="6455664" y="1243584"/>
            <a:ext cx="5129784" cy="4425696"/>
          </a:xfrm>
          <a:prstGeom prst="roundRect">
            <a:avLst>
              <a:gd name="adj" fmla="val 9000"/>
            </a:avLst>
          </a:prstGeom>
          <a:solidFill>
            <a:srgbClr val="11182A"/>
          </a:solidFill>
          <a:ln w="10160">
            <a:solidFill>
              <a:srgbClr val="29324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3" name="TextBox 82"/>
          <p:cNvSpPr txBox="1"/>
          <p:nvPr/>
        </p:nvSpPr>
        <p:spPr>
          <a:xfrm>
            <a:off x="6766560" y="1572768"/>
            <a:ext cx="4480560" cy="237744"/>
          </a:xfrm>
          <a:prstGeom prst="rect">
            <a:avLst/>
          </a:prstGeom>
          <a:noFill/>
        </p:spPr>
        <p:txBody>
          <a:bodyPr wrap="square" lIns="0" rIns="0" tIns="0" bIns="0" anchor="t">
            <a:spAutoFit/>
          </a:bodyPr>
          <a:lstStyle/>
          <a:p>
            <a:pPr algn="l">
              <a:spcBef>
                <a:spcPts val="0"/>
              </a:spcBef>
              <a:spcAft>
                <a:spcPts val="300"/>
              </a:spcAft>
              <a:defRPr sz="1100" b="1">
                <a:solidFill>
                  <a:srgbClr val="B2B9D0"/>
                </a:solidFill>
                <a:latin typeface="Arial"/>
              </a:defRPr>
            </a:pPr>
            <a:r>
              <a:t>SAME WORDS</a:t>
            </a:r>
          </a:p>
        </p:txBody>
      </p:sp>
      <p:sp>
        <p:nvSpPr>
          <p:cNvPr id="84" name="TextBox 83"/>
          <p:cNvSpPr txBox="1"/>
          <p:nvPr/>
        </p:nvSpPr>
        <p:spPr>
          <a:xfrm>
            <a:off x="6766560" y="1965960"/>
            <a:ext cx="4480560" cy="594360"/>
          </a:xfrm>
          <a:prstGeom prst="rect">
            <a:avLst/>
          </a:prstGeom>
          <a:noFill/>
        </p:spPr>
        <p:txBody>
          <a:bodyPr wrap="square" lIns="0" rIns="0" tIns="0" bIns="0" anchor="t">
            <a:spAutoFit/>
          </a:bodyPr>
          <a:lstStyle/>
          <a:p>
            <a:pPr algn="l">
              <a:spcBef>
                <a:spcPts val="0"/>
              </a:spcBef>
              <a:spcAft>
                <a:spcPts val="300"/>
              </a:spcAft>
              <a:defRPr sz="3500" b="1">
                <a:solidFill>
                  <a:srgbClr val="F4F2FF"/>
                </a:solidFill>
                <a:latin typeface="Arial"/>
              </a:defRPr>
            </a:pPr>
            <a:r>
              <a:t>“I’m here.”</a:t>
            </a:r>
          </a:p>
        </p:txBody>
      </p:sp>
      <p:cxnSp>
        <p:nvCxnSpPr>
          <p:cNvPr id="85" name="Connector 84"/>
          <p:cNvCxnSpPr/>
          <p:nvPr/>
        </p:nvCxnSpPr>
        <p:spPr>
          <a:xfrm>
            <a:off x="6784848" y="3127248"/>
            <a:ext cx="4453128" cy="0"/>
          </a:xfrm>
          <a:prstGeom prst="line">
            <a:avLst/>
          </a:prstGeom>
          <a:ln w="8255">
            <a:solidFill>
              <a:srgbClr val="243A4A"/>
            </a:solidFill>
          </a:ln>
        </p:spPr>
        <p:style>
          <a:lnRef idx="2">
            <a:schemeClr val="accent1"/>
          </a:lnRef>
          <a:fillRef idx="0">
            <a:schemeClr val="accent1"/>
          </a:fillRef>
          <a:effectRef idx="1">
            <a:schemeClr val="accent1"/>
          </a:effectRef>
          <a:fontRef idx="minor">
            <a:schemeClr val="tx1"/>
          </a:fontRef>
        </p:style>
      </p:cxnSp>
      <p:sp>
        <p:nvSpPr>
          <p:cNvPr id="86" name="Freeform 85"/>
          <p:cNvSpPr/>
          <p:nvPr/>
        </p:nvSpPr>
        <p:spPr>
          <a:xfrm>
            <a:off x="6781880" y="2988780"/>
            <a:ext cx="4451180" cy="207478"/>
          </a:xfrm>
          <a:custGeom>
            <a:avLst/>
            <a:gdLst/>
            <a:ahLst/>
            <a:cxnLst/>
            <a:rect l="l" t="t" r="r" b="b"/>
            <a:pathLst>
              <a:path w="4870" h="227">
                <a:moveTo>
                  <a:pt x="0" y="150"/>
                </a:moveTo>
                <a:lnTo>
                  <a:pt x="30" y="150"/>
                </a:lnTo>
                <a:lnTo>
                  <a:pt x="61" y="150"/>
                </a:lnTo>
                <a:lnTo>
                  <a:pt x="91" y="151"/>
                </a:lnTo>
                <a:lnTo>
                  <a:pt x="122" y="152"/>
                </a:lnTo>
                <a:lnTo>
                  <a:pt x="152" y="153"/>
                </a:lnTo>
                <a:lnTo>
                  <a:pt x="183" y="154"/>
                </a:lnTo>
                <a:lnTo>
                  <a:pt x="213" y="155"/>
                </a:lnTo>
                <a:lnTo>
                  <a:pt x="244" y="157"/>
                </a:lnTo>
                <a:lnTo>
                  <a:pt x="274" y="158"/>
                </a:lnTo>
                <a:lnTo>
                  <a:pt x="304" y="159"/>
                </a:lnTo>
                <a:lnTo>
                  <a:pt x="335" y="159"/>
                </a:lnTo>
                <a:lnTo>
                  <a:pt x="365" y="159"/>
                </a:lnTo>
                <a:lnTo>
                  <a:pt x="396" y="159"/>
                </a:lnTo>
                <a:lnTo>
                  <a:pt x="426" y="159"/>
                </a:lnTo>
                <a:lnTo>
                  <a:pt x="457" y="159"/>
                </a:lnTo>
                <a:lnTo>
                  <a:pt x="487" y="158"/>
                </a:lnTo>
                <a:lnTo>
                  <a:pt x="517" y="157"/>
                </a:lnTo>
                <a:lnTo>
                  <a:pt x="548" y="157"/>
                </a:lnTo>
                <a:lnTo>
                  <a:pt x="578" y="156"/>
                </a:lnTo>
                <a:lnTo>
                  <a:pt x="609" y="156"/>
                </a:lnTo>
                <a:lnTo>
                  <a:pt x="639" y="156"/>
                </a:lnTo>
                <a:lnTo>
                  <a:pt x="670" y="155"/>
                </a:lnTo>
                <a:lnTo>
                  <a:pt x="700" y="154"/>
                </a:lnTo>
                <a:lnTo>
                  <a:pt x="730" y="153"/>
                </a:lnTo>
                <a:lnTo>
                  <a:pt x="761" y="150"/>
                </a:lnTo>
                <a:lnTo>
                  <a:pt x="791" y="147"/>
                </a:lnTo>
                <a:lnTo>
                  <a:pt x="822" y="142"/>
                </a:lnTo>
                <a:lnTo>
                  <a:pt x="852" y="137"/>
                </a:lnTo>
                <a:lnTo>
                  <a:pt x="883" y="130"/>
                </a:lnTo>
                <a:lnTo>
                  <a:pt x="913" y="122"/>
                </a:lnTo>
                <a:lnTo>
                  <a:pt x="944" y="113"/>
                </a:lnTo>
                <a:lnTo>
                  <a:pt x="974" y="105"/>
                </a:lnTo>
                <a:lnTo>
                  <a:pt x="1004" y="96"/>
                </a:lnTo>
                <a:lnTo>
                  <a:pt x="1035" y="88"/>
                </a:lnTo>
                <a:lnTo>
                  <a:pt x="1065" y="82"/>
                </a:lnTo>
                <a:lnTo>
                  <a:pt x="1096" y="78"/>
                </a:lnTo>
                <a:lnTo>
                  <a:pt x="1126" y="76"/>
                </a:lnTo>
                <a:lnTo>
                  <a:pt x="1157" y="77"/>
                </a:lnTo>
                <a:lnTo>
                  <a:pt x="1187" y="82"/>
                </a:lnTo>
                <a:lnTo>
                  <a:pt x="1218" y="89"/>
                </a:lnTo>
                <a:lnTo>
                  <a:pt x="1248" y="99"/>
                </a:lnTo>
                <a:lnTo>
                  <a:pt x="1278" y="112"/>
                </a:lnTo>
                <a:lnTo>
                  <a:pt x="1309" y="127"/>
                </a:lnTo>
                <a:lnTo>
                  <a:pt x="1339" y="143"/>
                </a:lnTo>
                <a:lnTo>
                  <a:pt x="1370" y="159"/>
                </a:lnTo>
                <a:lnTo>
                  <a:pt x="1400" y="174"/>
                </a:lnTo>
                <a:lnTo>
                  <a:pt x="1431" y="189"/>
                </a:lnTo>
                <a:lnTo>
                  <a:pt x="1461" y="202"/>
                </a:lnTo>
                <a:lnTo>
                  <a:pt x="1491" y="212"/>
                </a:lnTo>
                <a:lnTo>
                  <a:pt x="1522" y="220"/>
                </a:lnTo>
                <a:lnTo>
                  <a:pt x="1552" y="225"/>
                </a:lnTo>
                <a:lnTo>
                  <a:pt x="1583" y="227"/>
                </a:lnTo>
                <a:lnTo>
                  <a:pt x="1613" y="227"/>
                </a:lnTo>
                <a:lnTo>
                  <a:pt x="1644" y="226"/>
                </a:lnTo>
                <a:lnTo>
                  <a:pt x="1674" y="223"/>
                </a:lnTo>
                <a:lnTo>
                  <a:pt x="1704" y="220"/>
                </a:lnTo>
                <a:lnTo>
                  <a:pt x="1735" y="216"/>
                </a:lnTo>
                <a:lnTo>
                  <a:pt x="1765" y="213"/>
                </a:lnTo>
                <a:lnTo>
                  <a:pt x="1796" y="211"/>
                </a:lnTo>
                <a:lnTo>
                  <a:pt x="1826" y="210"/>
                </a:lnTo>
                <a:lnTo>
                  <a:pt x="1857" y="210"/>
                </a:lnTo>
                <a:lnTo>
                  <a:pt x="1887" y="210"/>
                </a:lnTo>
                <a:lnTo>
                  <a:pt x="1918" y="211"/>
                </a:lnTo>
                <a:lnTo>
                  <a:pt x="1948" y="211"/>
                </a:lnTo>
                <a:lnTo>
                  <a:pt x="1978" y="209"/>
                </a:lnTo>
                <a:lnTo>
                  <a:pt x="2009" y="206"/>
                </a:lnTo>
                <a:lnTo>
                  <a:pt x="2039" y="201"/>
                </a:lnTo>
                <a:lnTo>
                  <a:pt x="2070" y="192"/>
                </a:lnTo>
                <a:lnTo>
                  <a:pt x="2100" y="180"/>
                </a:lnTo>
                <a:lnTo>
                  <a:pt x="2131" y="165"/>
                </a:lnTo>
                <a:lnTo>
                  <a:pt x="2161" y="147"/>
                </a:lnTo>
                <a:lnTo>
                  <a:pt x="2192" y="127"/>
                </a:lnTo>
                <a:lnTo>
                  <a:pt x="2222" y="105"/>
                </a:lnTo>
                <a:lnTo>
                  <a:pt x="2252" y="82"/>
                </a:lnTo>
                <a:lnTo>
                  <a:pt x="2283" y="60"/>
                </a:lnTo>
                <a:lnTo>
                  <a:pt x="2313" y="41"/>
                </a:lnTo>
                <a:lnTo>
                  <a:pt x="2344" y="24"/>
                </a:lnTo>
                <a:lnTo>
                  <a:pt x="2374" y="11"/>
                </a:lnTo>
                <a:lnTo>
                  <a:pt x="2405" y="3"/>
                </a:lnTo>
                <a:lnTo>
                  <a:pt x="2435" y="0"/>
                </a:lnTo>
                <a:lnTo>
                  <a:pt x="2465" y="3"/>
                </a:lnTo>
                <a:lnTo>
                  <a:pt x="2496" y="11"/>
                </a:lnTo>
                <a:lnTo>
                  <a:pt x="2526" y="24"/>
                </a:lnTo>
                <a:lnTo>
                  <a:pt x="2557" y="41"/>
                </a:lnTo>
                <a:lnTo>
                  <a:pt x="2587" y="60"/>
                </a:lnTo>
                <a:lnTo>
                  <a:pt x="2618" y="82"/>
                </a:lnTo>
                <a:lnTo>
                  <a:pt x="2648" y="105"/>
                </a:lnTo>
                <a:lnTo>
                  <a:pt x="2678" y="127"/>
                </a:lnTo>
                <a:lnTo>
                  <a:pt x="2709" y="147"/>
                </a:lnTo>
                <a:lnTo>
                  <a:pt x="2739" y="165"/>
                </a:lnTo>
                <a:lnTo>
                  <a:pt x="2770" y="180"/>
                </a:lnTo>
                <a:lnTo>
                  <a:pt x="2800" y="192"/>
                </a:lnTo>
                <a:lnTo>
                  <a:pt x="2831" y="201"/>
                </a:lnTo>
                <a:lnTo>
                  <a:pt x="2861" y="206"/>
                </a:lnTo>
                <a:lnTo>
                  <a:pt x="2892" y="209"/>
                </a:lnTo>
                <a:lnTo>
                  <a:pt x="2922" y="211"/>
                </a:lnTo>
                <a:lnTo>
                  <a:pt x="2952" y="211"/>
                </a:lnTo>
                <a:lnTo>
                  <a:pt x="2983" y="210"/>
                </a:lnTo>
                <a:lnTo>
                  <a:pt x="3013" y="210"/>
                </a:lnTo>
                <a:lnTo>
                  <a:pt x="3044" y="210"/>
                </a:lnTo>
                <a:lnTo>
                  <a:pt x="3074" y="211"/>
                </a:lnTo>
                <a:lnTo>
                  <a:pt x="3105" y="213"/>
                </a:lnTo>
                <a:lnTo>
                  <a:pt x="3135" y="216"/>
                </a:lnTo>
                <a:lnTo>
                  <a:pt x="3166" y="220"/>
                </a:lnTo>
                <a:lnTo>
                  <a:pt x="3196" y="223"/>
                </a:lnTo>
                <a:lnTo>
                  <a:pt x="3226" y="226"/>
                </a:lnTo>
                <a:lnTo>
                  <a:pt x="3257" y="227"/>
                </a:lnTo>
                <a:lnTo>
                  <a:pt x="3287" y="227"/>
                </a:lnTo>
                <a:lnTo>
                  <a:pt x="3318" y="225"/>
                </a:lnTo>
                <a:lnTo>
                  <a:pt x="3348" y="220"/>
                </a:lnTo>
                <a:lnTo>
                  <a:pt x="3379" y="212"/>
                </a:lnTo>
                <a:lnTo>
                  <a:pt x="3409" y="202"/>
                </a:lnTo>
                <a:lnTo>
                  <a:pt x="3439" y="189"/>
                </a:lnTo>
                <a:lnTo>
                  <a:pt x="3470" y="174"/>
                </a:lnTo>
                <a:lnTo>
                  <a:pt x="3500" y="159"/>
                </a:lnTo>
                <a:lnTo>
                  <a:pt x="3531" y="143"/>
                </a:lnTo>
                <a:lnTo>
                  <a:pt x="3561" y="127"/>
                </a:lnTo>
                <a:lnTo>
                  <a:pt x="3592" y="112"/>
                </a:lnTo>
                <a:lnTo>
                  <a:pt x="3622" y="99"/>
                </a:lnTo>
                <a:lnTo>
                  <a:pt x="3652" y="89"/>
                </a:lnTo>
                <a:lnTo>
                  <a:pt x="3683" y="82"/>
                </a:lnTo>
                <a:lnTo>
                  <a:pt x="3713" y="77"/>
                </a:lnTo>
                <a:lnTo>
                  <a:pt x="3744" y="76"/>
                </a:lnTo>
                <a:lnTo>
                  <a:pt x="3774" y="78"/>
                </a:lnTo>
                <a:lnTo>
                  <a:pt x="3805" y="82"/>
                </a:lnTo>
                <a:lnTo>
                  <a:pt x="3835" y="88"/>
                </a:lnTo>
                <a:lnTo>
                  <a:pt x="3866" y="96"/>
                </a:lnTo>
                <a:lnTo>
                  <a:pt x="3896" y="105"/>
                </a:lnTo>
                <a:lnTo>
                  <a:pt x="3926" y="113"/>
                </a:lnTo>
                <a:lnTo>
                  <a:pt x="3957" y="122"/>
                </a:lnTo>
                <a:lnTo>
                  <a:pt x="3987" y="130"/>
                </a:lnTo>
                <a:lnTo>
                  <a:pt x="4018" y="137"/>
                </a:lnTo>
                <a:lnTo>
                  <a:pt x="4048" y="142"/>
                </a:lnTo>
                <a:lnTo>
                  <a:pt x="4079" y="147"/>
                </a:lnTo>
                <a:lnTo>
                  <a:pt x="4109" y="150"/>
                </a:lnTo>
                <a:lnTo>
                  <a:pt x="4140" y="153"/>
                </a:lnTo>
                <a:lnTo>
                  <a:pt x="4170" y="154"/>
                </a:lnTo>
                <a:lnTo>
                  <a:pt x="4200" y="155"/>
                </a:lnTo>
                <a:lnTo>
                  <a:pt x="4231" y="156"/>
                </a:lnTo>
                <a:lnTo>
                  <a:pt x="4261" y="156"/>
                </a:lnTo>
                <a:lnTo>
                  <a:pt x="4292" y="156"/>
                </a:lnTo>
                <a:lnTo>
                  <a:pt x="4322" y="157"/>
                </a:lnTo>
                <a:lnTo>
                  <a:pt x="4353" y="157"/>
                </a:lnTo>
                <a:lnTo>
                  <a:pt x="4383" y="158"/>
                </a:lnTo>
                <a:lnTo>
                  <a:pt x="4413" y="159"/>
                </a:lnTo>
                <a:lnTo>
                  <a:pt x="4444" y="159"/>
                </a:lnTo>
                <a:lnTo>
                  <a:pt x="4474" y="159"/>
                </a:lnTo>
                <a:lnTo>
                  <a:pt x="4505" y="159"/>
                </a:lnTo>
                <a:lnTo>
                  <a:pt x="4535" y="159"/>
                </a:lnTo>
                <a:lnTo>
                  <a:pt x="4566" y="159"/>
                </a:lnTo>
                <a:lnTo>
                  <a:pt x="4596" y="158"/>
                </a:lnTo>
                <a:lnTo>
                  <a:pt x="4626" y="157"/>
                </a:lnTo>
                <a:lnTo>
                  <a:pt x="4657" y="155"/>
                </a:lnTo>
                <a:lnTo>
                  <a:pt x="4687" y="154"/>
                </a:lnTo>
                <a:lnTo>
                  <a:pt x="4718" y="153"/>
                </a:lnTo>
                <a:lnTo>
                  <a:pt x="4748" y="152"/>
                </a:lnTo>
                <a:lnTo>
                  <a:pt x="4779" y="151"/>
                </a:lnTo>
                <a:lnTo>
                  <a:pt x="4809" y="150"/>
                </a:lnTo>
                <a:lnTo>
                  <a:pt x="4840" y="150"/>
                </a:lnTo>
                <a:lnTo>
                  <a:pt x="4870" y="150"/>
                </a:lnTo>
              </a:path>
            </a:pathLst>
          </a:custGeom>
          <a:noFill/>
          <a:ln w="21590">
            <a:solidFill>
              <a:srgbClr val="86DAF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7" name="TextBox 86"/>
          <p:cNvSpPr txBox="1"/>
          <p:nvPr/>
        </p:nvSpPr>
        <p:spPr>
          <a:xfrm>
            <a:off x="6793992" y="3429000"/>
            <a:ext cx="4434840" cy="274320"/>
          </a:xfrm>
          <a:prstGeom prst="rect">
            <a:avLst/>
          </a:prstGeom>
          <a:noFill/>
        </p:spPr>
        <p:txBody>
          <a:bodyPr wrap="square" lIns="0" rIns="0" tIns="0" bIns="0" anchor="t">
            <a:spAutoFit/>
          </a:bodyPr>
          <a:lstStyle/>
          <a:p>
            <a:pPr algn="l">
              <a:spcBef>
                <a:spcPts val="0"/>
              </a:spcBef>
              <a:spcAft>
                <a:spcPts val="300"/>
              </a:spcAft>
              <a:defRPr sz="1100" b="1">
                <a:solidFill>
                  <a:srgbClr val="86DAF2"/>
                </a:solidFill>
                <a:latin typeface="Arial"/>
              </a:defRPr>
            </a:pPr>
            <a:r>
              <a:t>SOFT DELIVERY</a:t>
            </a:r>
          </a:p>
        </p:txBody>
      </p:sp>
      <p:cxnSp>
        <p:nvCxnSpPr>
          <p:cNvPr id="88" name="Connector 87"/>
          <p:cNvCxnSpPr/>
          <p:nvPr/>
        </p:nvCxnSpPr>
        <p:spPr>
          <a:xfrm>
            <a:off x="6784848" y="4389120"/>
            <a:ext cx="4453128" cy="0"/>
          </a:xfrm>
          <a:prstGeom prst="line">
            <a:avLst/>
          </a:prstGeom>
          <a:ln w="8255">
            <a:solidFill>
              <a:srgbClr val="30304D"/>
            </a:solidFill>
          </a:ln>
        </p:spPr>
        <p:style>
          <a:lnRef idx="2">
            <a:schemeClr val="accent1"/>
          </a:lnRef>
          <a:fillRef idx="0">
            <a:schemeClr val="accent1"/>
          </a:fillRef>
          <a:effectRef idx="1">
            <a:schemeClr val="accent1"/>
          </a:effectRef>
          <a:fontRef idx="minor">
            <a:schemeClr val="tx1"/>
          </a:fontRef>
        </p:style>
      </p:cxnSp>
      <p:sp>
        <p:nvSpPr>
          <p:cNvPr id="89" name="Freeform 88"/>
          <p:cNvSpPr/>
          <p:nvPr/>
        </p:nvSpPr>
        <p:spPr>
          <a:xfrm>
            <a:off x="6781880" y="4034396"/>
            <a:ext cx="4451180" cy="552056"/>
          </a:xfrm>
          <a:custGeom>
            <a:avLst/>
            <a:gdLst/>
            <a:ahLst/>
            <a:cxnLst/>
            <a:rect l="l" t="t" r="r" b="b"/>
            <a:pathLst>
              <a:path w="4870" h="604">
                <a:moveTo>
                  <a:pt x="0" y="386"/>
                </a:moveTo>
                <a:lnTo>
                  <a:pt x="30" y="386"/>
                </a:lnTo>
                <a:lnTo>
                  <a:pt x="61" y="387"/>
                </a:lnTo>
                <a:lnTo>
                  <a:pt x="91" y="389"/>
                </a:lnTo>
                <a:lnTo>
                  <a:pt x="122" y="391"/>
                </a:lnTo>
                <a:lnTo>
                  <a:pt x="152" y="394"/>
                </a:lnTo>
                <a:lnTo>
                  <a:pt x="183" y="397"/>
                </a:lnTo>
                <a:lnTo>
                  <a:pt x="213" y="400"/>
                </a:lnTo>
                <a:lnTo>
                  <a:pt x="244" y="403"/>
                </a:lnTo>
                <a:lnTo>
                  <a:pt x="274" y="405"/>
                </a:lnTo>
                <a:lnTo>
                  <a:pt x="304" y="406"/>
                </a:lnTo>
                <a:lnTo>
                  <a:pt x="335" y="407"/>
                </a:lnTo>
                <a:lnTo>
                  <a:pt x="365" y="406"/>
                </a:lnTo>
                <a:lnTo>
                  <a:pt x="396" y="405"/>
                </a:lnTo>
                <a:lnTo>
                  <a:pt x="426" y="403"/>
                </a:lnTo>
                <a:lnTo>
                  <a:pt x="457" y="401"/>
                </a:lnTo>
                <a:lnTo>
                  <a:pt x="487" y="398"/>
                </a:lnTo>
                <a:lnTo>
                  <a:pt x="517" y="396"/>
                </a:lnTo>
                <a:lnTo>
                  <a:pt x="548" y="394"/>
                </a:lnTo>
                <a:lnTo>
                  <a:pt x="578" y="392"/>
                </a:lnTo>
                <a:lnTo>
                  <a:pt x="609" y="390"/>
                </a:lnTo>
                <a:lnTo>
                  <a:pt x="639" y="388"/>
                </a:lnTo>
                <a:lnTo>
                  <a:pt x="670" y="385"/>
                </a:lnTo>
                <a:lnTo>
                  <a:pt x="700" y="380"/>
                </a:lnTo>
                <a:lnTo>
                  <a:pt x="730" y="374"/>
                </a:lnTo>
                <a:lnTo>
                  <a:pt x="761" y="366"/>
                </a:lnTo>
                <a:lnTo>
                  <a:pt x="791" y="355"/>
                </a:lnTo>
                <a:lnTo>
                  <a:pt x="822" y="342"/>
                </a:lnTo>
                <a:lnTo>
                  <a:pt x="852" y="326"/>
                </a:lnTo>
                <a:lnTo>
                  <a:pt x="883" y="308"/>
                </a:lnTo>
                <a:lnTo>
                  <a:pt x="913" y="288"/>
                </a:lnTo>
                <a:lnTo>
                  <a:pt x="944" y="268"/>
                </a:lnTo>
                <a:lnTo>
                  <a:pt x="974" y="249"/>
                </a:lnTo>
                <a:lnTo>
                  <a:pt x="1004" y="233"/>
                </a:lnTo>
                <a:lnTo>
                  <a:pt x="1035" y="220"/>
                </a:lnTo>
                <a:lnTo>
                  <a:pt x="1065" y="212"/>
                </a:lnTo>
                <a:lnTo>
                  <a:pt x="1096" y="211"/>
                </a:lnTo>
                <a:lnTo>
                  <a:pt x="1126" y="217"/>
                </a:lnTo>
                <a:lnTo>
                  <a:pt x="1157" y="231"/>
                </a:lnTo>
                <a:lnTo>
                  <a:pt x="1187" y="253"/>
                </a:lnTo>
                <a:lnTo>
                  <a:pt x="1218" y="281"/>
                </a:lnTo>
                <a:lnTo>
                  <a:pt x="1248" y="316"/>
                </a:lnTo>
                <a:lnTo>
                  <a:pt x="1278" y="355"/>
                </a:lnTo>
                <a:lnTo>
                  <a:pt x="1309" y="397"/>
                </a:lnTo>
                <a:lnTo>
                  <a:pt x="1339" y="439"/>
                </a:lnTo>
                <a:lnTo>
                  <a:pt x="1370" y="479"/>
                </a:lnTo>
                <a:lnTo>
                  <a:pt x="1400" y="516"/>
                </a:lnTo>
                <a:lnTo>
                  <a:pt x="1431" y="548"/>
                </a:lnTo>
                <a:lnTo>
                  <a:pt x="1461" y="573"/>
                </a:lnTo>
                <a:lnTo>
                  <a:pt x="1491" y="590"/>
                </a:lnTo>
                <a:lnTo>
                  <a:pt x="1522" y="601"/>
                </a:lnTo>
                <a:lnTo>
                  <a:pt x="1552" y="604"/>
                </a:lnTo>
                <a:lnTo>
                  <a:pt x="1583" y="600"/>
                </a:lnTo>
                <a:lnTo>
                  <a:pt x="1613" y="592"/>
                </a:lnTo>
                <a:lnTo>
                  <a:pt x="1644" y="580"/>
                </a:lnTo>
                <a:lnTo>
                  <a:pt x="1674" y="566"/>
                </a:lnTo>
                <a:lnTo>
                  <a:pt x="1704" y="553"/>
                </a:lnTo>
                <a:lnTo>
                  <a:pt x="1735" y="540"/>
                </a:lnTo>
                <a:lnTo>
                  <a:pt x="1765" y="530"/>
                </a:lnTo>
                <a:lnTo>
                  <a:pt x="1796" y="522"/>
                </a:lnTo>
                <a:lnTo>
                  <a:pt x="1826" y="516"/>
                </a:lnTo>
                <a:lnTo>
                  <a:pt x="1857" y="513"/>
                </a:lnTo>
                <a:lnTo>
                  <a:pt x="1887" y="510"/>
                </a:lnTo>
                <a:lnTo>
                  <a:pt x="1918" y="506"/>
                </a:lnTo>
                <a:lnTo>
                  <a:pt x="1948" y="500"/>
                </a:lnTo>
                <a:lnTo>
                  <a:pt x="1978" y="489"/>
                </a:lnTo>
                <a:lnTo>
                  <a:pt x="2009" y="473"/>
                </a:lnTo>
                <a:lnTo>
                  <a:pt x="2039" y="450"/>
                </a:lnTo>
                <a:lnTo>
                  <a:pt x="2070" y="419"/>
                </a:lnTo>
                <a:lnTo>
                  <a:pt x="2100" y="381"/>
                </a:lnTo>
                <a:lnTo>
                  <a:pt x="2131" y="336"/>
                </a:lnTo>
                <a:lnTo>
                  <a:pt x="2161" y="286"/>
                </a:lnTo>
                <a:lnTo>
                  <a:pt x="2192" y="232"/>
                </a:lnTo>
                <a:lnTo>
                  <a:pt x="2222" y="178"/>
                </a:lnTo>
                <a:lnTo>
                  <a:pt x="2252" y="127"/>
                </a:lnTo>
                <a:lnTo>
                  <a:pt x="2283" y="81"/>
                </a:lnTo>
                <a:lnTo>
                  <a:pt x="2313" y="42"/>
                </a:lnTo>
                <a:lnTo>
                  <a:pt x="2344" y="15"/>
                </a:lnTo>
                <a:lnTo>
                  <a:pt x="2374" y="1"/>
                </a:lnTo>
                <a:lnTo>
                  <a:pt x="2405" y="0"/>
                </a:lnTo>
                <a:lnTo>
                  <a:pt x="2435" y="13"/>
                </a:lnTo>
                <a:lnTo>
                  <a:pt x="2465" y="40"/>
                </a:lnTo>
                <a:lnTo>
                  <a:pt x="2496" y="80"/>
                </a:lnTo>
                <a:lnTo>
                  <a:pt x="2526" y="129"/>
                </a:lnTo>
                <a:lnTo>
                  <a:pt x="2557" y="186"/>
                </a:lnTo>
                <a:lnTo>
                  <a:pt x="2587" y="247"/>
                </a:lnTo>
                <a:lnTo>
                  <a:pt x="2618" y="308"/>
                </a:lnTo>
                <a:lnTo>
                  <a:pt x="2648" y="368"/>
                </a:lnTo>
                <a:lnTo>
                  <a:pt x="2678" y="423"/>
                </a:lnTo>
                <a:lnTo>
                  <a:pt x="2709" y="471"/>
                </a:lnTo>
                <a:lnTo>
                  <a:pt x="2739" y="511"/>
                </a:lnTo>
                <a:lnTo>
                  <a:pt x="2770" y="541"/>
                </a:lnTo>
                <a:lnTo>
                  <a:pt x="2800" y="562"/>
                </a:lnTo>
                <a:lnTo>
                  <a:pt x="2831" y="574"/>
                </a:lnTo>
                <a:lnTo>
                  <a:pt x="2861" y="579"/>
                </a:lnTo>
                <a:lnTo>
                  <a:pt x="2892" y="578"/>
                </a:lnTo>
                <a:lnTo>
                  <a:pt x="2922" y="574"/>
                </a:lnTo>
                <a:lnTo>
                  <a:pt x="2952" y="568"/>
                </a:lnTo>
                <a:lnTo>
                  <a:pt x="2983" y="562"/>
                </a:lnTo>
                <a:lnTo>
                  <a:pt x="3013" y="557"/>
                </a:lnTo>
                <a:lnTo>
                  <a:pt x="3044" y="555"/>
                </a:lnTo>
                <a:lnTo>
                  <a:pt x="3074" y="554"/>
                </a:lnTo>
                <a:lnTo>
                  <a:pt x="3105" y="557"/>
                </a:lnTo>
                <a:lnTo>
                  <a:pt x="3135" y="561"/>
                </a:lnTo>
                <a:lnTo>
                  <a:pt x="3166" y="565"/>
                </a:lnTo>
                <a:lnTo>
                  <a:pt x="3196" y="568"/>
                </a:lnTo>
                <a:lnTo>
                  <a:pt x="3226" y="568"/>
                </a:lnTo>
                <a:lnTo>
                  <a:pt x="3257" y="565"/>
                </a:lnTo>
                <a:lnTo>
                  <a:pt x="3287" y="556"/>
                </a:lnTo>
                <a:lnTo>
                  <a:pt x="3318" y="540"/>
                </a:lnTo>
                <a:lnTo>
                  <a:pt x="3348" y="518"/>
                </a:lnTo>
                <a:lnTo>
                  <a:pt x="3379" y="490"/>
                </a:lnTo>
                <a:lnTo>
                  <a:pt x="3409" y="456"/>
                </a:lnTo>
                <a:lnTo>
                  <a:pt x="3439" y="418"/>
                </a:lnTo>
                <a:lnTo>
                  <a:pt x="3470" y="377"/>
                </a:lnTo>
                <a:lnTo>
                  <a:pt x="3500" y="336"/>
                </a:lnTo>
                <a:lnTo>
                  <a:pt x="3531" y="296"/>
                </a:lnTo>
                <a:lnTo>
                  <a:pt x="3561" y="260"/>
                </a:lnTo>
                <a:lnTo>
                  <a:pt x="3592" y="229"/>
                </a:lnTo>
                <a:lnTo>
                  <a:pt x="3622" y="204"/>
                </a:lnTo>
                <a:lnTo>
                  <a:pt x="3652" y="188"/>
                </a:lnTo>
                <a:lnTo>
                  <a:pt x="3683" y="180"/>
                </a:lnTo>
                <a:lnTo>
                  <a:pt x="3713" y="180"/>
                </a:lnTo>
                <a:lnTo>
                  <a:pt x="3744" y="188"/>
                </a:lnTo>
                <a:lnTo>
                  <a:pt x="3774" y="202"/>
                </a:lnTo>
                <a:lnTo>
                  <a:pt x="3805" y="222"/>
                </a:lnTo>
                <a:lnTo>
                  <a:pt x="3835" y="245"/>
                </a:lnTo>
                <a:lnTo>
                  <a:pt x="3866" y="271"/>
                </a:lnTo>
                <a:lnTo>
                  <a:pt x="3896" y="297"/>
                </a:lnTo>
                <a:lnTo>
                  <a:pt x="3926" y="322"/>
                </a:lnTo>
                <a:lnTo>
                  <a:pt x="3957" y="344"/>
                </a:lnTo>
                <a:lnTo>
                  <a:pt x="3987" y="364"/>
                </a:lnTo>
                <a:lnTo>
                  <a:pt x="4018" y="380"/>
                </a:lnTo>
                <a:lnTo>
                  <a:pt x="4048" y="393"/>
                </a:lnTo>
                <a:lnTo>
                  <a:pt x="4079" y="401"/>
                </a:lnTo>
                <a:lnTo>
                  <a:pt x="4109" y="407"/>
                </a:lnTo>
                <a:lnTo>
                  <a:pt x="4140" y="411"/>
                </a:lnTo>
                <a:lnTo>
                  <a:pt x="4170" y="412"/>
                </a:lnTo>
                <a:lnTo>
                  <a:pt x="4200" y="413"/>
                </a:lnTo>
                <a:lnTo>
                  <a:pt x="4231" y="413"/>
                </a:lnTo>
                <a:lnTo>
                  <a:pt x="4261" y="412"/>
                </a:lnTo>
                <a:lnTo>
                  <a:pt x="4292" y="412"/>
                </a:lnTo>
                <a:lnTo>
                  <a:pt x="4322" y="413"/>
                </a:lnTo>
                <a:lnTo>
                  <a:pt x="4353" y="413"/>
                </a:lnTo>
                <a:lnTo>
                  <a:pt x="4383" y="414"/>
                </a:lnTo>
                <a:lnTo>
                  <a:pt x="4413" y="414"/>
                </a:lnTo>
                <a:lnTo>
                  <a:pt x="4444" y="414"/>
                </a:lnTo>
                <a:lnTo>
                  <a:pt x="4474" y="414"/>
                </a:lnTo>
                <a:lnTo>
                  <a:pt x="4505" y="413"/>
                </a:lnTo>
                <a:lnTo>
                  <a:pt x="4535" y="411"/>
                </a:lnTo>
                <a:lnTo>
                  <a:pt x="4566" y="408"/>
                </a:lnTo>
                <a:lnTo>
                  <a:pt x="4596" y="405"/>
                </a:lnTo>
                <a:lnTo>
                  <a:pt x="4626" y="401"/>
                </a:lnTo>
                <a:lnTo>
                  <a:pt x="4657" y="397"/>
                </a:lnTo>
                <a:lnTo>
                  <a:pt x="4687" y="394"/>
                </a:lnTo>
                <a:lnTo>
                  <a:pt x="4718" y="391"/>
                </a:lnTo>
                <a:lnTo>
                  <a:pt x="4748" y="389"/>
                </a:lnTo>
                <a:lnTo>
                  <a:pt x="4779" y="387"/>
                </a:lnTo>
                <a:lnTo>
                  <a:pt x="4809" y="386"/>
                </a:lnTo>
                <a:lnTo>
                  <a:pt x="4840" y="386"/>
                </a:lnTo>
                <a:lnTo>
                  <a:pt x="4870" y="386"/>
                </a:lnTo>
              </a:path>
            </a:pathLst>
          </a:custGeom>
          <a:noFill/>
          <a:ln w="21590">
            <a:solidFill>
              <a:srgbClr val="BCAB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0" name="TextBox 89"/>
          <p:cNvSpPr txBox="1"/>
          <p:nvPr/>
        </p:nvSpPr>
        <p:spPr>
          <a:xfrm>
            <a:off x="6793992" y="4956048"/>
            <a:ext cx="4434840" cy="274320"/>
          </a:xfrm>
          <a:prstGeom prst="rect">
            <a:avLst/>
          </a:prstGeom>
          <a:noFill/>
        </p:spPr>
        <p:txBody>
          <a:bodyPr wrap="square" lIns="0" rIns="0" tIns="0" bIns="0" anchor="t">
            <a:spAutoFit/>
          </a:bodyPr>
          <a:lstStyle/>
          <a:p>
            <a:pPr algn="l">
              <a:spcBef>
                <a:spcPts val="0"/>
              </a:spcBef>
              <a:spcAft>
                <a:spcPts val="300"/>
              </a:spcAft>
              <a:defRPr sz="1100" b="1">
                <a:solidFill>
                  <a:srgbClr val="BCABFF"/>
                </a:solidFill>
                <a:latin typeface="Arial"/>
              </a:defRPr>
            </a:pPr>
            <a:r>
              <a:t>STRONGER DELIVERY</a:t>
            </a:r>
          </a:p>
        </p:txBody>
      </p:sp>
      <p:sp>
        <p:nvSpPr>
          <p:cNvPr id="91" name="TextBox 90"/>
          <p:cNvSpPr txBox="1"/>
          <p:nvPr/>
        </p:nvSpPr>
        <p:spPr>
          <a:xfrm>
            <a:off x="6473952" y="5833872"/>
            <a:ext cx="5129784" cy="320040"/>
          </a:xfrm>
          <a:prstGeom prst="rect">
            <a:avLst/>
          </a:prstGeom>
          <a:noFill/>
        </p:spPr>
        <p:txBody>
          <a:bodyPr wrap="square" lIns="0" rIns="0" tIns="0" bIns="0" anchor="t">
            <a:spAutoFit/>
          </a:bodyPr>
          <a:lstStyle/>
          <a:p>
            <a:pPr algn="l">
              <a:spcBef>
                <a:spcPts val="0"/>
              </a:spcBef>
              <a:spcAft>
                <a:spcPts val="300"/>
              </a:spcAft>
              <a:defRPr sz="1200" b="0">
                <a:solidFill>
                  <a:srgbClr val="B2B9D0"/>
                </a:solidFill>
                <a:latin typeface="Arial"/>
              </a:defRPr>
            </a:pPr>
            <a:r>
              <a:t>Delivery is an acoustic cue, not a diagnosis of emotion.</a:t>
            </a:r>
          </a:p>
        </p:txBody>
      </p:sp>
    </p:spTree>
  </p:cSld>
  <p:clrMapOvr>
    <a:masterClrMapping/>
  </p:clrMapOvr>
  <p:transition advClick="1" advTm="35000"/>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90D1B"/>
        </a:solidFill>
        <a:effectLst/>
      </p:bgPr>
    </p:bg>
    <p:spTree>
      <p:nvGrpSpPr>
        <p:cNvPr id="1" name=""/>
        <p:cNvGrpSpPr/>
        <p:nvPr/>
      </p:nvGrpSpPr>
      <p:grpSpPr/>
      <p:sp>
        <p:nvSpPr>
          <p:cNvPr id="2" name="Oval 1"/>
          <p:cNvSpPr/>
          <p:nvPr/>
        </p:nvSpPr>
        <p:spPr>
          <a:xfrm>
            <a:off x="10350523" y="3476079"/>
            <a:ext cx="12801" cy="12801"/>
          </a:xfrm>
          <a:prstGeom prst="ellipse">
            <a:avLst/>
          </a:prstGeom>
          <a:solidFill>
            <a:srgbClr val="2D2D4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9640410" y="1311442"/>
            <a:ext cx="12801" cy="12801"/>
          </a:xfrm>
          <a:prstGeom prst="ellipse">
            <a:avLst/>
          </a:prstGeom>
          <a:solidFill>
            <a:srgbClr val="2F2E4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5379083" y="3094046"/>
            <a:ext cx="16459" cy="16459"/>
          </a:xfrm>
          <a:prstGeom prst="ellipse">
            <a:avLst/>
          </a:prstGeom>
          <a:solidFill>
            <a:srgbClr val="33325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Oval 4"/>
          <p:cNvSpPr/>
          <p:nvPr/>
        </p:nvSpPr>
        <p:spPr>
          <a:xfrm>
            <a:off x="3855643" y="3394515"/>
            <a:ext cx="12801" cy="12801"/>
          </a:xfrm>
          <a:prstGeom prst="ellipse">
            <a:avLst/>
          </a:prstGeom>
          <a:solidFill>
            <a:srgbClr val="3F3C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657744" y="6274249"/>
            <a:ext cx="12801" cy="12801"/>
          </a:xfrm>
          <a:prstGeom prst="ellipse">
            <a:avLst/>
          </a:prstGeom>
          <a:solidFill>
            <a:srgbClr val="33325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11460123" y="2855856"/>
            <a:ext cx="16459" cy="16459"/>
          </a:xfrm>
          <a:prstGeom prst="ellipse">
            <a:avLst/>
          </a:prstGeom>
          <a:solidFill>
            <a:srgbClr val="2A2A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8017792" y="2963293"/>
            <a:ext cx="21945" cy="21945"/>
          </a:xfrm>
          <a:prstGeom prst="ellipse">
            <a:avLst/>
          </a:prstGeom>
          <a:solidFill>
            <a:srgbClr val="4C487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50053" y="6136650"/>
            <a:ext cx="21945" cy="21945"/>
          </a:xfrm>
          <a:prstGeom prst="ellipse">
            <a:avLst/>
          </a:prstGeom>
          <a:solidFill>
            <a:srgbClr val="2122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2711769" y="6095368"/>
            <a:ext cx="12801" cy="12801"/>
          </a:xfrm>
          <a:prstGeom prst="ellipse">
            <a:avLst/>
          </a:prstGeom>
          <a:solidFill>
            <a:srgbClr val="1F213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8336917" y="6328904"/>
            <a:ext cx="12801" cy="12801"/>
          </a:xfrm>
          <a:prstGeom prst="ellipse">
            <a:avLst/>
          </a:prstGeom>
          <a:solidFill>
            <a:srgbClr val="31304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6868960" y="4790254"/>
            <a:ext cx="12801" cy="12801"/>
          </a:xfrm>
          <a:prstGeom prst="ellipse">
            <a:avLst/>
          </a:prstGeom>
          <a:solidFill>
            <a:srgbClr val="3F3D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7245153" y="5193125"/>
            <a:ext cx="16459" cy="16459"/>
          </a:xfrm>
          <a:prstGeom prst="ellipse">
            <a:avLst/>
          </a:prstGeom>
          <a:solidFill>
            <a:srgbClr val="34335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4643380" y="791616"/>
            <a:ext cx="12801" cy="12801"/>
          </a:xfrm>
          <a:prstGeom prst="ellipse">
            <a:avLst/>
          </a:prstGeom>
          <a:solidFill>
            <a:srgbClr val="49466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783814" y="5570214"/>
            <a:ext cx="12801" cy="12801"/>
          </a:xfrm>
          <a:prstGeom prst="ellipse">
            <a:avLst/>
          </a:prstGeom>
          <a:solidFill>
            <a:srgbClr val="34335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2377862" y="2120327"/>
            <a:ext cx="12801" cy="12801"/>
          </a:xfrm>
          <a:prstGeom prst="ellipse">
            <a:avLst/>
          </a:prstGeom>
          <a:solidFill>
            <a:srgbClr val="2C2C4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8392803" y="2118682"/>
            <a:ext cx="21945" cy="21945"/>
          </a:xfrm>
          <a:prstGeom prst="ellipse">
            <a:avLst/>
          </a:prstGeom>
          <a:solidFill>
            <a:srgbClr val="2C2C4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Oval 17"/>
          <p:cNvSpPr/>
          <p:nvPr/>
        </p:nvSpPr>
        <p:spPr>
          <a:xfrm>
            <a:off x="2242173" y="5658136"/>
            <a:ext cx="12801" cy="12801"/>
          </a:xfrm>
          <a:prstGeom prst="ellipse">
            <a:avLst/>
          </a:prstGeom>
          <a:solidFill>
            <a:srgbClr val="39375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2192171" y="3583827"/>
            <a:ext cx="16459" cy="16459"/>
          </a:xfrm>
          <a:prstGeom prst="ellipse">
            <a:avLst/>
          </a:prstGeom>
          <a:solidFill>
            <a:srgbClr val="47446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Oval 19"/>
          <p:cNvSpPr/>
          <p:nvPr/>
        </p:nvSpPr>
        <p:spPr>
          <a:xfrm>
            <a:off x="9331862" y="4281351"/>
            <a:ext cx="16459" cy="16459"/>
          </a:xfrm>
          <a:prstGeom prst="ellipse">
            <a:avLst/>
          </a:prstGeom>
          <a:solidFill>
            <a:srgbClr val="2324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10622862" y="918710"/>
            <a:ext cx="16459" cy="16459"/>
          </a:xfrm>
          <a:prstGeom prst="ellipse">
            <a:avLst/>
          </a:prstGeom>
          <a:solidFill>
            <a:srgbClr val="28294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Oval 21"/>
          <p:cNvSpPr/>
          <p:nvPr/>
        </p:nvSpPr>
        <p:spPr>
          <a:xfrm>
            <a:off x="7380458" y="2077687"/>
            <a:ext cx="21945" cy="21945"/>
          </a:xfrm>
          <a:prstGeom prst="ellipse">
            <a:avLst/>
          </a:prstGeom>
          <a:solidFill>
            <a:srgbClr val="2526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Oval 22"/>
          <p:cNvSpPr/>
          <p:nvPr/>
        </p:nvSpPr>
        <p:spPr>
          <a:xfrm>
            <a:off x="8399977" y="5405787"/>
            <a:ext cx="21945" cy="21945"/>
          </a:xfrm>
          <a:prstGeom prst="ellipse">
            <a:avLst/>
          </a:prstGeom>
          <a:solidFill>
            <a:srgbClr val="35345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8822514" y="688314"/>
            <a:ext cx="16459" cy="16459"/>
          </a:xfrm>
          <a:prstGeom prst="ellipse">
            <a:avLst/>
          </a:prstGeom>
          <a:solidFill>
            <a:srgbClr val="35345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Oval 24"/>
          <p:cNvSpPr/>
          <p:nvPr/>
        </p:nvSpPr>
        <p:spPr>
          <a:xfrm>
            <a:off x="4874255" y="5734090"/>
            <a:ext cx="12801" cy="12801"/>
          </a:xfrm>
          <a:prstGeom prst="ellipse">
            <a:avLst/>
          </a:prstGeom>
          <a:solidFill>
            <a:srgbClr val="3F3D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Oval 25"/>
          <p:cNvSpPr/>
          <p:nvPr/>
        </p:nvSpPr>
        <p:spPr>
          <a:xfrm>
            <a:off x="10429148" y="1346876"/>
            <a:ext cx="21945" cy="21945"/>
          </a:xfrm>
          <a:prstGeom prst="ellipse">
            <a:avLst/>
          </a:prstGeom>
          <a:solidFill>
            <a:srgbClr val="3231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9721934" y="3387065"/>
            <a:ext cx="12801" cy="12801"/>
          </a:xfrm>
          <a:prstGeom prst="ellipse">
            <a:avLst/>
          </a:prstGeom>
          <a:solidFill>
            <a:srgbClr val="39375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Oval 27"/>
          <p:cNvSpPr/>
          <p:nvPr/>
        </p:nvSpPr>
        <p:spPr>
          <a:xfrm>
            <a:off x="10626811" y="4873036"/>
            <a:ext cx="21945" cy="21945"/>
          </a:xfrm>
          <a:prstGeom prst="ellipse">
            <a:avLst/>
          </a:prstGeom>
          <a:solidFill>
            <a:srgbClr val="2C2C4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6323121" y="3124116"/>
            <a:ext cx="21945" cy="21945"/>
          </a:xfrm>
          <a:prstGeom prst="ellipse">
            <a:avLst/>
          </a:prstGeom>
          <a:solidFill>
            <a:srgbClr val="3231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Oval 29"/>
          <p:cNvSpPr/>
          <p:nvPr/>
        </p:nvSpPr>
        <p:spPr>
          <a:xfrm>
            <a:off x="6991128" y="5478327"/>
            <a:ext cx="12801" cy="12801"/>
          </a:xfrm>
          <a:prstGeom prst="ellipse">
            <a:avLst/>
          </a:prstGeom>
          <a:solidFill>
            <a:srgbClr val="44416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Oval 30"/>
          <p:cNvSpPr/>
          <p:nvPr/>
        </p:nvSpPr>
        <p:spPr>
          <a:xfrm>
            <a:off x="8202282" y="5882461"/>
            <a:ext cx="21945" cy="21945"/>
          </a:xfrm>
          <a:prstGeom prst="ellipse">
            <a:avLst/>
          </a:prstGeom>
          <a:solidFill>
            <a:srgbClr val="49456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Oval 31"/>
          <p:cNvSpPr/>
          <p:nvPr/>
        </p:nvSpPr>
        <p:spPr>
          <a:xfrm>
            <a:off x="8900933" y="2090827"/>
            <a:ext cx="16459" cy="16459"/>
          </a:xfrm>
          <a:prstGeom prst="ellipse">
            <a:avLst/>
          </a:prstGeom>
          <a:solidFill>
            <a:srgbClr val="2626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Oval 32"/>
          <p:cNvSpPr/>
          <p:nvPr/>
        </p:nvSpPr>
        <p:spPr>
          <a:xfrm>
            <a:off x="7246582" y="1243777"/>
            <a:ext cx="12801" cy="12801"/>
          </a:xfrm>
          <a:prstGeom prst="ellipse">
            <a:avLst/>
          </a:prstGeom>
          <a:solidFill>
            <a:srgbClr val="3B39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337587" y="4261918"/>
            <a:ext cx="16459" cy="16459"/>
          </a:xfrm>
          <a:prstGeom prst="ellipse">
            <a:avLst/>
          </a:prstGeom>
          <a:solidFill>
            <a:srgbClr val="2626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Oval 34"/>
          <p:cNvSpPr/>
          <p:nvPr/>
        </p:nvSpPr>
        <p:spPr>
          <a:xfrm>
            <a:off x="517468" y="1334069"/>
            <a:ext cx="21945" cy="21945"/>
          </a:xfrm>
          <a:prstGeom prst="ellipse">
            <a:avLst/>
          </a:prstGeom>
          <a:solidFill>
            <a:srgbClr val="2A2A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Oval 35"/>
          <p:cNvSpPr/>
          <p:nvPr/>
        </p:nvSpPr>
        <p:spPr>
          <a:xfrm>
            <a:off x="5558789" y="2808247"/>
            <a:ext cx="21945" cy="21945"/>
          </a:xfrm>
          <a:prstGeom prst="ellipse">
            <a:avLst/>
          </a:prstGeom>
          <a:solidFill>
            <a:srgbClr val="423F6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Oval 36"/>
          <p:cNvSpPr/>
          <p:nvPr/>
        </p:nvSpPr>
        <p:spPr>
          <a:xfrm>
            <a:off x="301599" y="5538582"/>
            <a:ext cx="12801" cy="12801"/>
          </a:xfrm>
          <a:prstGeom prst="ellipse">
            <a:avLst/>
          </a:prstGeom>
          <a:solidFill>
            <a:srgbClr val="3E3B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Oval 37"/>
          <p:cNvSpPr/>
          <p:nvPr/>
        </p:nvSpPr>
        <p:spPr>
          <a:xfrm>
            <a:off x="1420757" y="3736735"/>
            <a:ext cx="16459" cy="16459"/>
          </a:xfrm>
          <a:prstGeom prst="ellipse">
            <a:avLst/>
          </a:prstGeom>
          <a:solidFill>
            <a:srgbClr val="4A47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Oval 38"/>
          <p:cNvSpPr/>
          <p:nvPr/>
        </p:nvSpPr>
        <p:spPr>
          <a:xfrm>
            <a:off x="3512042" y="2247142"/>
            <a:ext cx="21945" cy="21945"/>
          </a:xfrm>
          <a:prstGeom prst="ellipse">
            <a:avLst/>
          </a:prstGeom>
          <a:solidFill>
            <a:srgbClr val="37365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Oval 39"/>
          <p:cNvSpPr/>
          <p:nvPr/>
        </p:nvSpPr>
        <p:spPr>
          <a:xfrm>
            <a:off x="7350979" y="5887926"/>
            <a:ext cx="12801" cy="12801"/>
          </a:xfrm>
          <a:prstGeom prst="ellipse">
            <a:avLst/>
          </a:prstGeom>
          <a:solidFill>
            <a:srgbClr val="27274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Oval 40"/>
          <p:cNvSpPr/>
          <p:nvPr/>
        </p:nvSpPr>
        <p:spPr>
          <a:xfrm>
            <a:off x="10037324" y="5458559"/>
            <a:ext cx="21945" cy="21945"/>
          </a:xfrm>
          <a:prstGeom prst="ellipse">
            <a:avLst/>
          </a:prstGeom>
          <a:solidFill>
            <a:srgbClr val="28284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Oval 41"/>
          <p:cNvSpPr/>
          <p:nvPr/>
        </p:nvSpPr>
        <p:spPr>
          <a:xfrm>
            <a:off x="2966394" y="569333"/>
            <a:ext cx="12801" cy="12801"/>
          </a:xfrm>
          <a:prstGeom prst="ellipse">
            <a:avLst/>
          </a:prstGeom>
          <a:solidFill>
            <a:srgbClr val="33325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Oval 42"/>
          <p:cNvSpPr/>
          <p:nvPr/>
        </p:nvSpPr>
        <p:spPr>
          <a:xfrm>
            <a:off x="11279453" y="4601224"/>
            <a:ext cx="21945" cy="21945"/>
          </a:xfrm>
          <a:prstGeom prst="ellipse">
            <a:avLst/>
          </a:prstGeom>
          <a:solidFill>
            <a:srgbClr val="30304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Oval 43"/>
          <p:cNvSpPr/>
          <p:nvPr/>
        </p:nvSpPr>
        <p:spPr>
          <a:xfrm>
            <a:off x="4985019" y="3347172"/>
            <a:ext cx="16459" cy="16459"/>
          </a:xfrm>
          <a:prstGeom prst="ellipse">
            <a:avLst/>
          </a:prstGeom>
          <a:solidFill>
            <a:srgbClr val="35345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Oval 44"/>
          <p:cNvSpPr/>
          <p:nvPr/>
        </p:nvSpPr>
        <p:spPr>
          <a:xfrm>
            <a:off x="4940761" y="6157141"/>
            <a:ext cx="12801" cy="12801"/>
          </a:xfrm>
          <a:prstGeom prst="ellipse">
            <a:avLst/>
          </a:prstGeom>
          <a:solidFill>
            <a:srgbClr val="1F21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Oval 45"/>
          <p:cNvSpPr/>
          <p:nvPr/>
        </p:nvSpPr>
        <p:spPr>
          <a:xfrm>
            <a:off x="8623683" y="5889948"/>
            <a:ext cx="21945" cy="21945"/>
          </a:xfrm>
          <a:prstGeom prst="ellipse">
            <a:avLst/>
          </a:prstGeom>
          <a:solidFill>
            <a:srgbClr val="49456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Oval 46"/>
          <p:cNvSpPr/>
          <p:nvPr/>
        </p:nvSpPr>
        <p:spPr>
          <a:xfrm>
            <a:off x="10925543" y="4388492"/>
            <a:ext cx="16459" cy="16459"/>
          </a:xfrm>
          <a:prstGeom prst="ellipse">
            <a:avLst/>
          </a:prstGeom>
          <a:solidFill>
            <a:srgbClr val="31304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Oval 47"/>
          <p:cNvSpPr/>
          <p:nvPr/>
        </p:nvSpPr>
        <p:spPr>
          <a:xfrm>
            <a:off x="5845659" y="1851222"/>
            <a:ext cx="12801" cy="12801"/>
          </a:xfrm>
          <a:prstGeom prst="ellipse">
            <a:avLst/>
          </a:prstGeom>
          <a:solidFill>
            <a:srgbClr val="3D3B5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Oval 48"/>
          <p:cNvSpPr/>
          <p:nvPr/>
        </p:nvSpPr>
        <p:spPr>
          <a:xfrm>
            <a:off x="10621454" y="3361545"/>
            <a:ext cx="21945" cy="21945"/>
          </a:xfrm>
          <a:prstGeom prst="ellipse">
            <a:avLst/>
          </a:prstGeom>
          <a:solidFill>
            <a:srgbClr val="45426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Oval 49"/>
          <p:cNvSpPr/>
          <p:nvPr/>
        </p:nvSpPr>
        <p:spPr>
          <a:xfrm>
            <a:off x="2640825" y="1720600"/>
            <a:ext cx="16459" cy="16459"/>
          </a:xfrm>
          <a:prstGeom prst="ellipse">
            <a:avLst/>
          </a:prstGeom>
          <a:solidFill>
            <a:srgbClr val="39375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Oval 50"/>
          <p:cNvSpPr/>
          <p:nvPr/>
        </p:nvSpPr>
        <p:spPr>
          <a:xfrm>
            <a:off x="1393094" y="6221579"/>
            <a:ext cx="16459" cy="16459"/>
          </a:xfrm>
          <a:prstGeom prst="ellipse">
            <a:avLst/>
          </a:prstGeom>
          <a:solidFill>
            <a:srgbClr val="47446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Oval 51"/>
          <p:cNvSpPr/>
          <p:nvPr/>
        </p:nvSpPr>
        <p:spPr>
          <a:xfrm>
            <a:off x="1642228" y="5755723"/>
            <a:ext cx="21945" cy="21945"/>
          </a:xfrm>
          <a:prstGeom prst="ellipse">
            <a:avLst/>
          </a:prstGeom>
          <a:solidFill>
            <a:srgbClr val="29294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Oval 52"/>
          <p:cNvSpPr/>
          <p:nvPr/>
        </p:nvSpPr>
        <p:spPr>
          <a:xfrm>
            <a:off x="9989607" y="3430203"/>
            <a:ext cx="21945" cy="21945"/>
          </a:xfrm>
          <a:prstGeom prst="ellipse">
            <a:avLst/>
          </a:prstGeom>
          <a:solidFill>
            <a:srgbClr val="33325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Oval 53"/>
          <p:cNvSpPr/>
          <p:nvPr/>
        </p:nvSpPr>
        <p:spPr>
          <a:xfrm>
            <a:off x="11746534" y="2691846"/>
            <a:ext cx="21945" cy="21945"/>
          </a:xfrm>
          <a:prstGeom prst="ellipse">
            <a:avLst/>
          </a:prstGeom>
          <a:solidFill>
            <a:srgbClr val="4D497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Oval 54"/>
          <p:cNvSpPr/>
          <p:nvPr/>
        </p:nvSpPr>
        <p:spPr>
          <a:xfrm>
            <a:off x="5304502" y="529625"/>
            <a:ext cx="12801" cy="12801"/>
          </a:xfrm>
          <a:prstGeom prst="ellipse">
            <a:avLst/>
          </a:prstGeom>
          <a:solidFill>
            <a:srgbClr val="3A39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Oval 55"/>
          <p:cNvSpPr/>
          <p:nvPr/>
        </p:nvSpPr>
        <p:spPr>
          <a:xfrm>
            <a:off x="11356598" y="191785"/>
            <a:ext cx="16459" cy="16459"/>
          </a:xfrm>
          <a:prstGeom prst="ellipse">
            <a:avLst/>
          </a:prstGeom>
          <a:solidFill>
            <a:srgbClr val="39375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 name="Oval 56"/>
          <p:cNvSpPr/>
          <p:nvPr/>
        </p:nvSpPr>
        <p:spPr>
          <a:xfrm>
            <a:off x="1640029" y="1707616"/>
            <a:ext cx="21945" cy="21945"/>
          </a:xfrm>
          <a:prstGeom prst="ellipse">
            <a:avLst/>
          </a:prstGeom>
          <a:solidFill>
            <a:srgbClr val="423F6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 name="Oval 57"/>
          <p:cNvSpPr/>
          <p:nvPr/>
        </p:nvSpPr>
        <p:spPr>
          <a:xfrm>
            <a:off x="11946513" y="6550994"/>
            <a:ext cx="21945" cy="21945"/>
          </a:xfrm>
          <a:prstGeom prst="ellipse">
            <a:avLst/>
          </a:prstGeom>
          <a:solidFill>
            <a:srgbClr val="27284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 name="Oval 58"/>
          <p:cNvSpPr/>
          <p:nvPr/>
        </p:nvSpPr>
        <p:spPr>
          <a:xfrm>
            <a:off x="2905843" y="2712557"/>
            <a:ext cx="16459" cy="16459"/>
          </a:xfrm>
          <a:prstGeom prst="ellipse">
            <a:avLst/>
          </a:prstGeom>
          <a:solidFill>
            <a:srgbClr val="28294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 name="Oval 59"/>
          <p:cNvSpPr/>
          <p:nvPr/>
        </p:nvSpPr>
        <p:spPr>
          <a:xfrm>
            <a:off x="6737019" y="2812692"/>
            <a:ext cx="12801" cy="12801"/>
          </a:xfrm>
          <a:prstGeom prst="ellipse">
            <a:avLst/>
          </a:prstGeom>
          <a:solidFill>
            <a:srgbClr val="2D2D4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 name="Oval 60"/>
          <p:cNvSpPr/>
          <p:nvPr/>
        </p:nvSpPr>
        <p:spPr>
          <a:xfrm>
            <a:off x="5259253" y="3366931"/>
            <a:ext cx="12801" cy="12801"/>
          </a:xfrm>
          <a:prstGeom prst="ellipse">
            <a:avLst/>
          </a:prstGeom>
          <a:solidFill>
            <a:srgbClr val="423F6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 name="Oval 61"/>
          <p:cNvSpPr/>
          <p:nvPr/>
        </p:nvSpPr>
        <p:spPr>
          <a:xfrm>
            <a:off x="2319066" y="3117457"/>
            <a:ext cx="21945" cy="21945"/>
          </a:xfrm>
          <a:prstGeom prst="ellipse">
            <a:avLst/>
          </a:prstGeom>
          <a:solidFill>
            <a:srgbClr val="2526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 name="Oval 62"/>
          <p:cNvSpPr/>
          <p:nvPr/>
        </p:nvSpPr>
        <p:spPr>
          <a:xfrm>
            <a:off x="10900773" y="1244423"/>
            <a:ext cx="16459" cy="16459"/>
          </a:xfrm>
          <a:prstGeom prst="ellipse">
            <a:avLst/>
          </a:prstGeom>
          <a:solidFill>
            <a:srgbClr val="2B2B4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 name="Oval 63"/>
          <p:cNvSpPr/>
          <p:nvPr/>
        </p:nvSpPr>
        <p:spPr>
          <a:xfrm>
            <a:off x="7470443" y="2265118"/>
            <a:ext cx="12801" cy="12801"/>
          </a:xfrm>
          <a:prstGeom prst="ellipse">
            <a:avLst/>
          </a:prstGeom>
          <a:solidFill>
            <a:srgbClr val="39385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 name="Oval 64"/>
          <p:cNvSpPr/>
          <p:nvPr/>
        </p:nvSpPr>
        <p:spPr>
          <a:xfrm>
            <a:off x="7593918" y="3614470"/>
            <a:ext cx="21945" cy="21945"/>
          </a:xfrm>
          <a:prstGeom prst="ellipse">
            <a:avLst/>
          </a:prstGeom>
          <a:solidFill>
            <a:srgbClr val="33325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6" name="Oval 65"/>
          <p:cNvSpPr/>
          <p:nvPr/>
        </p:nvSpPr>
        <p:spPr>
          <a:xfrm>
            <a:off x="3611834" y="5540137"/>
            <a:ext cx="12801" cy="12801"/>
          </a:xfrm>
          <a:prstGeom prst="ellipse">
            <a:avLst/>
          </a:prstGeom>
          <a:solidFill>
            <a:srgbClr val="39375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7" name="TextBox 66"/>
          <p:cNvSpPr txBox="1"/>
          <p:nvPr/>
        </p:nvSpPr>
        <p:spPr>
          <a:xfrm>
            <a:off x="530352" y="320040"/>
            <a:ext cx="3383280" cy="201168"/>
          </a:xfrm>
          <a:prstGeom prst="rect">
            <a:avLst/>
          </a:prstGeom>
          <a:noFill/>
        </p:spPr>
        <p:txBody>
          <a:bodyPr wrap="square" lIns="0" rIns="0" tIns="0" bIns="0" anchor="t">
            <a:spAutoFit/>
          </a:bodyPr>
          <a:lstStyle/>
          <a:p>
            <a:pPr algn="l">
              <a:spcBef>
                <a:spcPts val="0"/>
              </a:spcBef>
              <a:spcAft>
                <a:spcPts val="300"/>
              </a:spcAft>
              <a:defRPr sz="1000" b="1">
                <a:solidFill>
                  <a:srgbClr val="F4F2FF"/>
                </a:solidFill>
                <a:latin typeface="Arial"/>
              </a:defRPr>
            </a:pPr>
            <a:r>
              <a:t>E C H O S P H E R E</a:t>
            </a:r>
          </a:p>
        </p:txBody>
      </p:sp>
      <p:sp>
        <p:nvSpPr>
          <p:cNvPr id="68" name="TextBox 67"/>
          <p:cNvSpPr txBox="1"/>
          <p:nvPr/>
        </p:nvSpPr>
        <p:spPr>
          <a:xfrm>
            <a:off x="5669280" y="320040"/>
            <a:ext cx="5989320" cy="201168"/>
          </a:xfrm>
          <a:prstGeom prst="rect">
            <a:avLst/>
          </a:prstGeom>
          <a:noFill/>
        </p:spPr>
        <p:txBody>
          <a:bodyPr wrap="square" lIns="0" rIns="0" tIns="0" bIns="0" anchor="t">
            <a:spAutoFit/>
          </a:bodyPr>
          <a:lstStyle/>
          <a:p>
            <a:pPr algn="r">
              <a:spcBef>
                <a:spcPts val="0"/>
              </a:spcBef>
              <a:spcAft>
                <a:spcPts val="300"/>
              </a:spcAft>
              <a:defRPr sz="1000" b="0">
                <a:solidFill>
                  <a:srgbClr val="B2B9D0"/>
                </a:solidFill>
                <a:latin typeface="Arial"/>
              </a:defRPr>
            </a:pPr>
            <a:r>
              <a:t>WHAT IT DOES</a:t>
            </a:r>
          </a:p>
        </p:txBody>
      </p:sp>
      <p:cxnSp>
        <p:nvCxnSpPr>
          <p:cNvPr id="69" name="Connector 68"/>
          <p:cNvCxnSpPr/>
          <p:nvPr/>
        </p:nvCxnSpPr>
        <p:spPr>
          <a:xfrm>
            <a:off x="530352" y="722376"/>
            <a:ext cx="11128248" cy="0"/>
          </a:xfrm>
          <a:prstGeom prst="line">
            <a:avLst/>
          </a:prstGeom>
          <a:ln w="8255">
            <a:solidFill>
              <a:srgbClr val="29324C"/>
            </a:solidFill>
          </a:ln>
        </p:spPr>
        <p:style>
          <a:lnRef idx="2">
            <a:schemeClr val="accent1"/>
          </a:lnRef>
          <a:fillRef idx="0">
            <a:schemeClr val="accent1"/>
          </a:fillRef>
          <a:effectRef idx="1">
            <a:schemeClr val="accent1"/>
          </a:effectRef>
          <a:fontRef idx="minor">
            <a:schemeClr val="tx1"/>
          </a:fontRef>
        </p:style>
      </p:cxnSp>
      <p:sp>
        <p:nvSpPr>
          <p:cNvPr id="70" name="Rectangle 69"/>
          <p:cNvSpPr/>
          <p:nvPr/>
        </p:nvSpPr>
        <p:spPr>
          <a:xfrm>
            <a:off x="530352" y="6510528"/>
            <a:ext cx="201168" cy="22860"/>
          </a:xfrm>
          <a:prstGeom prst="rect">
            <a:avLst/>
          </a:prstGeom>
          <a:solidFill>
            <a:srgbClr val="2932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1" name="Rectangle 70"/>
          <p:cNvSpPr/>
          <p:nvPr/>
        </p:nvSpPr>
        <p:spPr>
          <a:xfrm>
            <a:off x="813815" y="6510528"/>
            <a:ext cx="201168" cy="22860"/>
          </a:xfrm>
          <a:prstGeom prst="rect">
            <a:avLst/>
          </a:prstGeom>
          <a:solidFill>
            <a:srgbClr val="2932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2" name="Rectangle 71"/>
          <p:cNvSpPr/>
          <p:nvPr/>
        </p:nvSpPr>
        <p:spPr>
          <a:xfrm>
            <a:off x="1097280" y="6510528"/>
            <a:ext cx="201168" cy="22860"/>
          </a:xfrm>
          <a:prstGeom prst="rect">
            <a:avLst/>
          </a:prstGeom>
          <a:solidFill>
            <a:srgbClr val="2932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3" name="Rectangle 72"/>
          <p:cNvSpPr/>
          <p:nvPr/>
        </p:nvSpPr>
        <p:spPr>
          <a:xfrm>
            <a:off x="1380743" y="6510528"/>
            <a:ext cx="201168" cy="22860"/>
          </a:xfrm>
          <a:prstGeom prst="rect">
            <a:avLst/>
          </a:prstGeom>
          <a:solidFill>
            <a:srgbClr val="BCAB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4" name="Rectangle 73"/>
          <p:cNvSpPr/>
          <p:nvPr/>
        </p:nvSpPr>
        <p:spPr>
          <a:xfrm>
            <a:off x="1664207" y="6510528"/>
            <a:ext cx="201168" cy="22860"/>
          </a:xfrm>
          <a:prstGeom prst="rect">
            <a:avLst/>
          </a:prstGeom>
          <a:solidFill>
            <a:srgbClr val="2932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5" name="Rectangle 74"/>
          <p:cNvSpPr/>
          <p:nvPr/>
        </p:nvSpPr>
        <p:spPr>
          <a:xfrm>
            <a:off x="1947672" y="6510528"/>
            <a:ext cx="201168" cy="22860"/>
          </a:xfrm>
          <a:prstGeom prst="rect">
            <a:avLst/>
          </a:prstGeom>
          <a:solidFill>
            <a:srgbClr val="2932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6" name="TextBox 75"/>
          <p:cNvSpPr txBox="1"/>
          <p:nvPr/>
        </p:nvSpPr>
        <p:spPr>
          <a:xfrm>
            <a:off x="2743200" y="6409944"/>
            <a:ext cx="6583680" cy="210312"/>
          </a:xfrm>
          <a:prstGeom prst="rect">
            <a:avLst/>
          </a:prstGeom>
          <a:noFill/>
        </p:spPr>
        <p:txBody>
          <a:bodyPr wrap="square" lIns="0" rIns="0" tIns="0" bIns="0" anchor="t">
            <a:spAutoFit/>
          </a:bodyPr>
          <a:lstStyle/>
          <a:p>
            <a:pPr algn="l">
              <a:spcBef>
                <a:spcPts val="0"/>
              </a:spcBef>
              <a:spcAft>
                <a:spcPts val="300"/>
              </a:spcAft>
              <a:defRPr sz="900" b="0">
                <a:solidFill>
                  <a:srgbClr val="B2B9D0"/>
                </a:solidFill>
                <a:latin typeface="Arial"/>
              </a:defRPr>
            </a:pPr>
            <a:r>
              <a:t>AMD DEVELOPER HACKATHON ACT 3  /  TRACK 4</a:t>
            </a:r>
          </a:p>
        </p:txBody>
      </p:sp>
      <p:sp>
        <p:nvSpPr>
          <p:cNvPr id="77" name="TextBox 76"/>
          <p:cNvSpPr txBox="1"/>
          <p:nvPr/>
        </p:nvSpPr>
        <p:spPr>
          <a:xfrm>
            <a:off x="10835640" y="6409944"/>
            <a:ext cx="822960" cy="210312"/>
          </a:xfrm>
          <a:prstGeom prst="rect">
            <a:avLst/>
          </a:prstGeom>
          <a:noFill/>
        </p:spPr>
        <p:txBody>
          <a:bodyPr wrap="square" lIns="0" rIns="0" tIns="0" bIns="0" anchor="t">
            <a:spAutoFit/>
          </a:bodyPr>
          <a:lstStyle/>
          <a:p>
            <a:pPr algn="r">
              <a:spcBef>
                <a:spcPts val="0"/>
              </a:spcBef>
              <a:spcAft>
                <a:spcPts val="300"/>
              </a:spcAft>
              <a:defRPr sz="1000" b="0">
                <a:solidFill>
                  <a:srgbClr val="B2B9D0"/>
                </a:solidFill>
                <a:latin typeface="Arial"/>
              </a:defRPr>
            </a:pPr>
            <a:r>
              <a:t>04 / 06</a:t>
            </a:r>
          </a:p>
        </p:txBody>
      </p:sp>
      <p:sp>
        <p:nvSpPr>
          <p:cNvPr id="78" name="TextBox 77"/>
          <p:cNvSpPr txBox="1"/>
          <p:nvPr/>
        </p:nvSpPr>
        <p:spPr>
          <a:xfrm>
            <a:off x="594360" y="978408"/>
            <a:ext cx="10972800" cy="1170432"/>
          </a:xfrm>
          <a:prstGeom prst="rect">
            <a:avLst/>
          </a:prstGeom>
          <a:noFill/>
        </p:spPr>
        <p:txBody>
          <a:bodyPr wrap="square" lIns="0" rIns="0" tIns="0" bIns="0" anchor="t">
            <a:spAutoFit/>
          </a:bodyPr>
          <a:lstStyle/>
          <a:p>
            <a:pPr algn="l">
              <a:spcBef>
                <a:spcPts val="0"/>
              </a:spcBef>
              <a:spcAft>
                <a:spcPts val="300"/>
              </a:spcAft>
              <a:defRPr sz="3700" b="1">
                <a:solidFill>
                  <a:srgbClr val="F4F2FF"/>
                </a:solidFill>
                <a:latin typeface="Arial"/>
              </a:defRPr>
            </a:pPr>
            <a:r>
              <a:t>Words move the plot.</a:t>
            </a:r>
          </a:p>
          <a:p>
            <a:pPr algn="l">
              <a:spcBef>
                <a:spcPts val="0"/>
              </a:spcBef>
              <a:spcAft>
                <a:spcPts val="300"/>
              </a:spcAft>
              <a:defRPr sz="3700" b="1">
                <a:solidFill>
                  <a:srgbClr val="F4F2FF"/>
                </a:solidFill>
                <a:latin typeface="Arial"/>
              </a:defRPr>
            </a:pPr>
            <a:r>
              <a:t>Your delivery shapes the world.</a:t>
            </a:r>
          </a:p>
        </p:txBody>
      </p:sp>
      <p:sp>
        <p:nvSpPr>
          <p:cNvPr id="79" name="Rounded Rectangle 78"/>
          <p:cNvSpPr/>
          <p:nvPr/>
        </p:nvSpPr>
        <p:spPr>
          <a:xfrm>
            <a:off x="612648" y="2487168"/>
            <a:ext cx="5056632" cy="3520440"/>
          </a:xfrm>
          <a:prstGeom prst="roundRect">
            <a:avLst>
              <a:gd name="adj" fmla="val 9000"/>
            </a:avLst>
          </a:prstGeom>
          <a:solidFill>
            <a:srgbClr val="11182A"/>
          </a:solidFill>
          <a:ln w="10160">
            <a:solidFill>
              <a:srgbClr val="29324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0" name="Picture 79" descr="preview.png"/>
          <p:cNvPicPr>
            <a:picLocks noChangeAspect="1"/>
          </p:cNvPicPr>
          <p:nvPr/>
        </p:nvPicPr>
        <p:blipFill>
          <a:blip r:embed="rId3"/>
          <a:stretch>
            <a:fillRect/>
          </a:stretch>
        </p:blipFill>
        <p:spPr>
          <a:xfrm>
            <a:off x="740664" y="2615184"/>
            <a:ext cx="4800600" cy="3333902"/>
          </a:xfrm>
          <a:prstGeom prst="rect">
            <a:avLst/>
          </a:prstGeom>
        </p:spPr>
      </p:pic>
      <p:sp>
        <p:nvSpPr>
          <p:cNvPr id="81" name="TextBox 80"/>
          <p:cNvSpPr txBox="1"/>
          <p:nvPr/>
        </p:nvSpPr>
        <p:spPr>
          <a:xfrm>
            <a:off x="6117336" y="2633472"/>
            <a:ext cx="502920" cy="365760"/>
          </a:xfrm>
          <a:prstGeom prst="rect">
            <a:avLst/>
          </a:prstGeom>
          <a:noFill/>
        </p:spPr>
        <p:txBody>
          <a:bodyPr wrap="square" lIns="0" rIns="0" tIns="0" bIns="0" anchor="t">
            <a:spAutoFit/>
          </a:bodyPr>
          <a:lstStyle/>
          <a:p>
            <a:pPr algn="l">
              <a:spcBef>
                <a:spcPts val="0"/>
              </a:spcBef>
              <a:spcAft>
                <a:spcPts val="300"/>
              </a:spcAft>
              <a:defRPr sz="2300" b="1">
                <a:solidFill>
                  <a:srgbClr val="86DAF2"/>
                </a:solidFill>
                <a:latin typeface="Arial"/>
              </a:defRPr>
            </a:pPr>
            <a:r>
              <a:t>01</a:t>
            </a:r>
          </a:p>
        </p:txBody>
      </p:sp>
      <p:sp>
        <p:nvSpPr>
          <p:cNvPr id="82" name="TextBox 81"/>
          <p:cNvSpPr txBox="1"/>
          <p:nvPr/>
        </p:nvSpPr>
        <p:spPr>
          <a:xfrm>
            <a:off x="6711696" y="2615184"/>
            <a:ext cx="4663440" cy="384048"/>
          </a:xfrm>
          <a:prstGeom prst="rect">
            <a:avLst/>
          </a:prstGeom>
          <a:noFill/>
        </p:spPr>
        <p:txBody>
          <a:bodyPr wrap="square" lIns="0" rIns="0" tIns="0" bIns="0" anchor="t">
            <a:spAutoFit/>
          </a:bodyPr>
          <a:lstStyle/>
          <a:p>
            <a:pPr algn="l">
              <a:spcBef>
                <a:spcPts val="0"/>
              </a:spcBef>
              <a:spcAft>
                <a:spcPts val="300"/>
              </a:spcAft>
              <a:defRPr sz="2500" b="1">
                <a:solidFill>
                  <a:srgbClr val="86DAF2"/>
                </a:solidFill>
                <a:latin typeface="Arial"/>
              </a:defRPr>
            </a:pPr>
            <a:r>
              <a:t>As you speak</a:t>
            </a:r>
          </a:p>
        </p:txBody>
      </p:sp>
      <p:sp>
        <p:nvSpPr>
          <p:cNvPr id="83" name="TextBox 82"/>
          <p:cNvSpPr txBox="1"/>
          <p:nvPr/>
        </p:nvSpPr>
        <p:spPr>
          <a:xfrm>
            <a:off x="6711696" y="3163824"/>
            <a:ext cx="4663440" cy="731520"/>
          </a:xfrm>
          <a:prstGeom prst="rect">
            <a:avLst/>
          </a:prstGeom>
          <a:noFill/>
        </p:spPr>
        <p:txBody>
          <a:bodyPr wrap="square" lIns="0" rIns="0" tIns="0" bIns="0" anchor="t">
            <a:spAutoFit/>
          </a:bodyPr>
          <a:lstStyle/>
          <a:p>
            <a:pPr algn="l">
              <a:spcBef>
                <a:spcPts val="0"/>
              </a:spcBef>
              <a:spcAft>
                <a:spcPts val="300"/>
              </a:spcAft>
              <a:defRPr sz="1900" b="0">
                <a:solidFill>
                  <a:srgbClr val="F4F2FF"/>
                </a:solidFill>
                <a:latin typeface="Arial"/>
              </a:defRPr>
            </a:pPr>
            <a:r>
              <a:t>50 ms audio frames shape the atom,</a:t>
            </a:r>
          </a:p>
          <a:p>
            <a:pPr algn="l">
              <a:spcBef>
                <a:spcPts val="0"/>
              </a:spcBef>
              <a:spcAft>
                <a:spcPts val="300"/>
              </a:spcAft>
              <a:defRPr sz="1900" b="0">
                <a:solidFill>
                  <a:srgbClr val="F4F2FF"/>
                </a:solidFill>
                <a:latin typeface="Arial"/>
              </a:defRPr>
            </a:pPr>
            <a:r>
              <a:t>waveform and ambient sound locally.</a:t>
            </a:r>
          </a:p>
        </p:txBody>
      </p:sp>
      <p:cxnSp>
        <p:nvCxnSpPr>
          <p:cNvPr id="84" name="Connector 83"/>
          <p:cNvCxnSpPr/>
          <p:nvPr/>
        </p:nvCxnSpPr>
        <p:spPr>
          <a:xfrm>
            <a:off x="6126480" y="4050791"/>
            <a:ext cx="5440680" cy="0"/>
          </a:xfrm>
          <a:prstGeom prst="line">
            <a:avLst/>
          </a:prstGeom>
          <a:ln w="12700">
            <a:solidFill>
              <a:srgbClr val="29324C"/>
            </a:solidFill>
          </a:ln>
        </p:spPr>
        <p:style>
          <a:lnRef idx="2">
            <a:schemeClr val="accent1"/>
          </a:lnRef>
          <a:fillRef idx="0">
            <a:schemeClr val="accent1"/>
          </a:fillRef>
          <a:effectRef idx="1">
            <a:schemeClr val="accent1"/>
          </a:effectRef>
          <a:fontRef idx="minor">
            <a:schemeClr val="tx1"/>
          </a:fontRef>
        </p:style>
      </p:cxnSp>
      <p:sp>
        <p:nvSpPr>
          <p:cNvPr id="85" name="TextBox 84"/>
          <p:cNvSpPr txBox="1"/>
          <p:nvPr/>
        </p:nvSpPr>
        <p:spPr>
          <a:xfrm>
            <a:off x="6117336" y="4334256"/>
            <a:ext cx="502920" cy="365760"/>
          </a:xfrm>
          <a:prstGeom prst="rect">
            <a:avLst/>
          </a:prstGeom>
          <a:noFill/>
        </p:spPr>
        <p:txBody>
          <a:bodyPr wrap="square" lIns="0" rIns="0" tIns="0" bIns="0" anchor="t">
            <a:spAutoFit/>
          </a:bodyPr>
          <a:lstStyle/>
          <a:p>
            <a:pPr algn="l">
              <a:spcBef>
                <a:spcPts val="0"/>
              </a:spcBef>
              <a:spcAft>
                <a:spcPts val="300"/>
              </a:spcAft>
              <a:defRPr sz="2300" b="1">
                <a:solidFill>
                  <a:srgbClr val="BCABFF"/>
                </a:solidFill>
                <a:latin typeface="Arial"/>
              </a:defRPr>
            </a:pPr>
            <a:r>
              <a:t>02</a:t>
            </a:r>
          </a:p>
        </p:txBody>
      </p:sp>
      <p:sp>
        <p:nvSpPr>
          <p:cNvPr id="86" name="TextBox 85"/>
          <p:cNvSpPr txBox="1"/>
          <p:nvPr/>
        </p:nvSpPr>
        <p:spPr>
          <a:xfrm>
            <a:off x="6711696" y="4315968"/>
            <a:ext cx="4663440" cy="384048"/>
          </a:xfrm>
          <a:prstGeom prst="rect">
            <a:avLst/>
          </a:prstGeom>
          <a:noFill/>
        </p:spPr>
        <p:txBody>
          <a:bodyPr wrap="square" lIns="0" rIns="0" tIns="0" bIns="0" anchor="t">
            <a:spAutoFit/>
          </a:bodyPr>
          <a:lstStyle/>
          <a:p>
            <a:pPr algn="l">
              <a:spcBef>
                <a:spcPts val="0"/>
              </a:spcBef>
              <a:spcAft>
                <a:spcPts val="300"/>
              </a:spcAft>
              <a:defRPr sz="2500" b="1">
                <a:solidFill>
                  <a:srgbClr val="BCABFF"/>
                </a:solidFill>
                <a:latin typeface="Arial"/>
              </a:defRPr>
            </a:pPr>
            <a:r>
              <a:t>As the story develops</a:t>
            </a:r>
          </a:p>
        </p:txBody>
      </p:sp>
      <p:sp>
        <p:nvSpPr>
          <p:cNvPr id="87" name="TextBox 86"/>
          <p:cNvSpPr txBox="1"/>
          <p:nvPr/>
        </p:nvSpPr>
        <p:spPr>
          <a:xfrm>
            <a:off x="6711696" y="4864608"/>
            <a:ext cx="4663440" cy="758952"/>
          </a:xfrm>
          <a:prstGeom prst="rect">
            <a:avLst/>
          </a:prstGeom>
          <a:noFill/>
        </p:spPr>
        <p:txBody>
          <a:bodyPr wrap="square" lIns="0" rIns="0" tIns="0" bIns="0" anchor="t">
            <a:spAutoFit/>
          </a:bodyPr>
          <a:lstStyle/>
          <a:p>
            <a:pPr algn="l">
              <a:spcBef>
                <a:spcPts val="0"/>
              </a:spcBef>
              <a:spcAft>
                <a:spcPts val="300"/>
              </a:spcAft>
              <a:defRPr sz="1800" b="0">
                <a:solidFill>
                  <a:srgbClr val="F4F2FF"/>
                </a:solidFill>
                <a:latin typeface="Arial"/>
              </a:defRPr>
            </a:pPr>
            <a:r>
              <a:t>A guide leads, responds and can be interrupted.</a:t>
            </a:r>
          </a:p>
          <a:p>
            <a:pPr algn="l">
              <a:spcBef>
                <a:spcPts val="0"/>
              </a:spcBef>
              <a:spcAft>
                <a:spcPts val="300"/>
              </a:spcAft>
              <a:defRPr sz="1800" b="0">
                <a:solidFill>
                  <a:srgbClr val="F4F2FF"/>
                </a:solidFill>
                <a:latin typeface="Arial"/>
              </a:defRPr>
            </a:pPr>
            <a:r>
              <a:t>Story cues direct a spatial voice.</a:t>
            </a:r>
          </a:p>
        </p:txBody>
      </p:sp>
      <p:sp>
        <p:nvSpPr>
          <p:cNvPr id="88" name="TextBox 87"/>
          <p:cNvSpPr txBox="1"/>
          <p:nvPr/>
        </p:nvSpPr>
        <p:spPr>
          <a:xfrm>
            <a:off x="6126480" y="5870448"/>
            <a:ext cx="5486400" cy="256032"/>
          </a:xfrm>
          <a:prstGeom prst="rect">
            <a:avLst/>
          </a:prstGeom>
          <a:noFill/>
        </p:spPr>
        <p:txBody>
          <a:bodyPr wrap="square" lIns="0" rIns="0" tIns="0" bIns="0" anchor="t">
            <a:spAutoFit/>
          </a:bodyPr>
          <a:lstStyle/>
          <a:p>
            <a:pPr algn="l">
              <a:spcBef>
                <a:spcPts val="0"/>
              </a:spcBef>
              <a:spcAft>
                <a:spcPts val="300"/>
              </a:spcAft>
              <a:defRPr sz="1200" b="0">
                <a:solidFill>
                  <a:srgbClr val="B2B9D0"/>
                </a:solidFill>
                <a:latin typeface="Arial"/>
              </a:defRPr>
            </a:pPr>
            <a:r>
              <a:t>16 orbits · Voice + text input · Automatic scene placement</a:t>
            </a:r>
          </a:p>
        </p:txBody>
      </p:sp>
    </p:spTree>
  </p:cSld>
  <p:clrMapOvr>
    <a:masterClrMapping/>
  </p:clrMapOvr>
  <p:transition advClick="1" advTm="45000"/>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90D1B"/>
        </a:solidFill>
        <a:effectLst/>
      </p:bgPr>
    </p:bg>
    <p:spTree>
      <p:nvGrpSpPr>
        <p:cNvPr id="1" name=""/>
        <p:cNvGrpSpPr/>
        <p:nvPr/>
      </p:nvGrpSpPr>
      <p:grpSpPr/>
      <p:sp>
        <p:nvSpPr>
          <p:cNvPr id="2" name="Oval 1"/>
          <p:cNvSpPr/>
          <p:nvPr/>
        </p:nvSpPr>
        <p:spPr>
          <a:xfrm>
            <a:off x="5490045" y="2965398"/>
            <a:ext cx="12801" cy="12801"/>
          </a:xfrm>
          <a:prstGeom prst="ellipse">
            <a:avLst/>
          </a:prstGeom>
          <a:solidFill>
            <a:srgbClr val="403E6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6239608" y="5659826"/>
            <a:ext cx="16459" cy="16459"/>
          </a:xfrm>
          <a:prstGeom prst="ellipse">
            <a:avLst/>
          </a:prstGeom>
          <a:solidFill>
            <a:srgbClr val="49456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8204248" y="5628068"/>
            <a:ext cx="16459" cy="16459"/>
          </a:xfrm>
          <a:prstGeom prst="ellipse">
            <a:avLst/>
          </a:prstGeom>
          <a:solidFill>
            <a:srgbClr val="2324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Oval 4"/>
          <p:cNvSpPr/>
          <p:nvPr/>
        </p:nvSpPr>
        <p:spPr>
          <a:xfrm>
            <a:off x="8358397" y="6146656"/>
            <a:ext cx="16459" cy="16459"/>
          </a:xfrm>
          <a:prstGeom prst="ellipse">
            <a:avLst/>
          </a:prstGeom>
          <a:solidFill>
            <a:srgbClr val="2B2B4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8684851" y="4440054"/>
            <a:ext cx="21945" cy="21945"/>
          </a:xfrm>
          <a:prstGeom prst="ellipse">
            <a:avLst/>
          </a:prstGeom>
          <a:solidFill>
            <a:srgbClr val="3D3B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3312711" y="304673"/>
            <a:ext cx="21945" cy="21945"/>
          </a:xfrm>
          <a:prstGeom prst="ellipse">
            <a:avLst/>
          </a:prstGeom>
          <a:solidFill>
            <a:srgbClr val="39375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5632070" y="4520196"/>
            <a:ext cx="12801" cy="12801"/>
          </a:xfrm>
          <a:prstGeom prst="ellipse">
            <a:avLst/>
          </a:prstGeom>
          <a:solidFill>
            <a:srgbClr val="28284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832544" y="3325095"/>
            <a:ext cx="21945" cy="21945"/>
          </a:xfrm>
          <a:prstGeom prst="ellipse">
            <a:avLst/>
          </a:prstGeom>
          <a:solidFill>
            <a:srgbClr val="2627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5631869" y="2122581"/>
            <a:ext cx="21945" cy="21945"/>
          </a:xfrm>
          <a:prstGeom prst="ellipse">
            <a:avLst/>
          </a:prstGeom>
          <a:solidFill>
            <a:srgbClr val="403D6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965165" y="1885272"/>
            <a:ext cx="12801" cy="12801"/>
          </a:xfrm>
          <a:prstGeom prst="ellipse">
            <a:avLst/>
          </a:prstGeom>
          <a:solidFill>
            <a:srgbClr val="2122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9799792" y="902734"/>
            <a:ext cx="16459" cy="16459"/>
          </a:xfrm>
          <a:prstGeom prst="ellipse">
            <a:avLst/>
          </a:prstGeom>
          <a:solidFill>
            <a:srgbClr val="2F2F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8169795" y="4354896"/>
            <a:ext cx="16459" cy="16459"/>
          </a:xfrm>
          <a:prstGeom prst="ellipse">
            <a:avLst/>
          </a:prstGeom>
          <a:solidFill>
            <a:srgbClr val="2C2C4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850886" y="1502299"/>
            <a:ext cx="12801" cy="12801"/>
          </a:xfrm>
          <a:prstGeom prst="ellipse">
            <a:avLst/>
          </a:prstGeom>
          <a:solidFill>
            <a:srgbClr val="302F4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8404154" y="161402"/>
            <a:ext cx="12801" cy="12801"/>
          </a:xfrm>
          <a:prstGeom prst="ellipse">
            <a:avLst/>
          </a:prstGeom>
          <a:solidFill>
            <a:srgbClr val="4B476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11217183" y="3019405"/>
            <a:ext cx="12801" cy="12801"/>
          </a:xfrm>
          <a:prstGeom prst="ellipse">
            <a:avLst/>
          </a:prstGeom>
          <a:solidFill>
            <a:srgbClr val="37365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9358123" y="6070794"/>
            <a:ext cx="21945" cy="21945"/>
          </a:xfrm>
          <a:prstGeom prst="ellipse">
            <a:avLst/>
          </a:prstGeom>
          <a:solidFill>
            <a:srgbClr val="38365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Oval 17"/>
          <p:cNvSpPr/>
          <p:nvPr/>
        </p:nvSpPr>
        <p:spPr>
          <a:xfrm>
            <a:off x="241914" y="1882213"/>
            <a:ext cx="21945" cy="21945"/>
          </a:xfrm>
          <a:prstGeom prst="ellipse">
            <a:avLst/>
          </a:prstGeom>
          <a:solidFill>
            <a:srgbClr val="2D2D4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4337665" y="5416623"/>
            <a:ext cx="16459" cy="16459"/>
          </a:xfrm>
          <a:prstGeom prst="ellipse">
            <a:avLst/>
          </a:prstGeom>
          <a:solidFill>
            <a:srgbClr val="3F3D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Oval 19"/>
          <p:cNvSpPr/>
          <p:nvPr/>
        </p:nvSpPr>
        <p:spPr>
          <a:xfrm>
            <a:off x="9020857" y="2711250"/>
            <a:ext cx="16459" cy="16459"/>
          </a:xfrm>
          <a:prstGeom prst="ellipse">
            <a:avLst/>
          </a:prstGeom>
          <a:solidFill>
            <a:srgbClr val="4A466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6246264" y="5524705"/>
            <a:ext cx="16459" cy="16459"/>
          </a:xfrm>
          <a:prstGeom prst="ellipse">
            <a:avLst/>
          </a:prstGeom>
          <a:solidFill>
            <a:srgbClr val="2324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Oval 21"/>
          <p:cNvSpPr/>
          <p:nvPr/>
        </p:nvSpPr>
        <p:spPr>
          <a:xfrm>
            <a:off x="4720075" y="2285762"/>
            <a:ext cx="21945" cy="21945"/>
          </a:xfrm>
          <a:prstGeom prst="ellipse">
            <a:avLst/>
          </a:prstGeom>
          <a:solidFill>
            <a:srgbClr val="37365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Oval 22"/>
          <p:cNvSpPr/>
          <p:nvPr/>
        </p:nvSpPr>
        <p:spPr>
          <a:xfrm>
            <a:off x="5898165" y="2254130"/>
            <a:ext cx="16459" cy="16459"/>
          </a:xfrm>
          <a:prstGeom prst="ellipse">
            <a:avLst/>
          </a:prstGeom>
          <a:solidFill>
            <a:srgbClr val="3231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1038287" y="2534228"/>
            <a:ext cx="12801" cy="12801"/>
          </a:xfrm>
          <a:prstGeom prst="ellipse">
            <a:avLst/>
          </a:prstGeom>
          <a:solidFill>
            <a:srgbClr val="49456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Oval 24"/>
          <p:cNvSpPr/>
          <p:nvPr/>
        </p:nvSpPr>
        <p:spPr>
          <a:xfrm>
            <a:off x="467602" y="3393527"/>
            <a:ext cx="21945" cy="21945"/>
          </a:xfrm>
          <a:prstGeom prst="ellipse">
            <a:avLst/>
          </a:prstGeom>
          <a:solidFill>
            <a:srgbClr val="39375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Oval 25"/>
          <p:cNvSpPr/>
          <p:nvPr/>
        </p:nvSpPr>
        <p:spPr>
          <a:xfrm>
            <a:off x="9683741" y="2433650"/>
            <a:ext cx="12801" cy="12801"/>
          </a:xfrm>
          <a:prstGeom prst="ellipse">
            <a:avLst/>
          </a:prstGeom>
          <a:solidFill>
            <a:srgbClr val="2526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8996098" y="1734075"/>
            <a:ext cx="12801" cy="12801"/>
          </a:xfrm>
          <a:prstGeom prst="ellipse">
            <a:avLst/>
          </a:prstGeom>
          <a:solidFill>
            <a:srgbClr val="32315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Oval 27"/>
          <p:cNvSpPr/>
          <p:nvPr/>
        </p:nvSpPr>
        <p:spPr>
          <a:xfrm>
            <a:off x="9525611" y="4349507"/>
            <a:ext cx="21945" cy="21945"/>
          </a:xfrm>
          <a:prstGeom prst="ellipse">
            <a:avLst/>
          </a:prstGeom>
          <a:solidFill>
            <a:srgbClr val="28294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211361" y="5172166"/>
            <a:ext cx="12801" cy="12801"/>
          </a:xfrm>
          <a:prstGeom prst="ellipse">
            <a:avLst/>
          </a:prstGeom>
          <a:solidFill>
            <a:srgbClr val="2F2F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Oval 29"/>
          <p:cNvSpPr/>
          <p:nvPr/>
        </p:nvSpPr>
        <p:spPr>
          <a:xfrm>
            <a:off x="1938198" y="1502069"/>
            <a:ext cx="16459" cy="16459"/>
          </a:xfrm>
          <a:prstGeom prst="ellipse">
            <a:avLst/>
          </a:prstGeom>
          <a:solidFill>
            <a:srgbClr val="32325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Oval 30"/>
          <p:cNvSpPr/>
          <p:nvPr/>
        </p:nvSpPr>
        <p:spPr>
          <a:xfrm>
            <a:off x="6671209" y="6404573"/>
            <a:ext cx="16459" cy="16459"/>
          </a:xfrm>
          <a:prstGeom prst="ellipse">
            <a:avLst/>
          </a:prstGeom>
          <a:solidFill>
            <a:srgbClr val="2526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Oval 31"/>
          <p:cNvSpPr/>
          <p:nvPr/>
        </p:nvSpPr>
        <p:spPr>
          <a:xfrm>
            <a:off x="9508348" y="2365277"/>
            <a:ext cx="12801" cy="12801"/>
          </a:xfrm>
          <a:prstGeom prst="ellipse">
            <a:avLst/>
          </a:prstGeom>
          <a:solidFill>
            <a:srgbClr val="47446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Oval 32"/>
          <p:cNvSpPr/>
          <p:nvPr/>
        </p:nvSpPr>
        <p:spPr>
          <a:xfrm>
            <a:off x="2711255" y="211782"/>
            <a:ext cx="21945" cy="21945"/>
          </a:xfrm>
          <a:prstGeom prst="ellipse">
            <a:avLst/>
          </a:prstGeom>
          <a:solidFill>
            <a:srgbClr val="2F2F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8116628" y="3391681"/>
            <a:ext cx="16459" cy="16459"/>
          </a:xfrm>
          <a:prstGeom prst="ellipse">
            <a:avLst/>
          </a:prstGeom>
          <a:solidFill>
            <a:srgbClr val="2C2B4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Oval 34"/>
          <p:cNvSpPr/>
          <p:nvPr/>
        </p:nvSpPr>
        <p:spPr>
          <a:xfrm>
            <a:off x="11998958" y="2525319"/>
            <a:ext cx="21945" cy="21945"/>
          </a:xfrm>
          <a:prstGeom prst="ellipse">
            <a:avLst/>
          </a:prstGeom>
          <a:solidFill>
            <a:srgbClr val="4B476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Oval 35"/>
          <p:cNvSpPr/>
          <p:nvPr/>
        </p:nvSpPr>
        <p:spPr>
          <a:xfrm>
            <a:off x="6593170" y="3047282"/>
            <a:ext cx="12801" cy="12801"/>
          </a:xfrm>
          <a:prstGeom prst="ellipse">
            <a:avLst/>
          </a:prstGeom>
          <a:solidFill>
            <a:srgbClr val="3E3C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Oval 36"/>
          <p:cNvSpPr/>
          <p:nvPr/>
        </p:nvSpPr>
        <p:spPr>
          <a:xfrm>
            <a:off x="10248044" y="2667391"/>
            <a:ext cx="16459" cy="16459"/>
          </a:xfrm>
          <a:prstGeom prst="ellipse">
            <a:avLst/>
          </a:prstGeom>
          <a:solidFill>
            <a:srgbClr val="20213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Oval 37"/>
          <p:cNvSpPr/>
          <p:nvPr/>
        </p:nvSpPr>
        <p:spPr>
          <a:xfrm>
            <a:off x="997054" y="5441046"/>
            <a:ext cx="12801" cy="12801"/>
          </a:xfrm>
          <a:prstGeom prst="ellipse">
            <a:avLst/>
          </a:prstGeom>
          <a:solidFill>
            <a:srgbClr val="42406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Oval 38"/>
          <p:cNvSpPr/>
          <p:nvPr/>
        </p:nvSpPr>
        <p:spPr>
          <a:xfrm>
            <a:off x="2225161" y="3477412"/>
            <a:ext cx="12801" cy="12801"/>
          </a:xfrm>
          <a:prstGeom prst="ellipse">
            <a:avLst/>
          </a:prstGeom>
          <a:solidFill>
            <a:srgbClr val="27284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Oval 39"/>
          <p:cNvSpPr/>
          <p:nvPr/>
        </p:nvSpPr>
        <p:spPr>
          <a:xfrm>
            <a:off x="5701841" y="2484018"/>
            <a:ext cx="16459" cy="16459"/>
          </a:xfrm>
          <a:prstGeom prst="ellipse">
            <a:avLst/>
          </a:prstGeom>
          <a:solidFill>
            <a:srgbClr val="423F6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Oval 40"/>
          <p:cNvSpPr/>
          <p:nvPr/>
        </p:nvSpPr>
        <p:spPr>
          <a:xfrm>
            <a:off x="4122293" y="3508015"/>
            <a:ext cx="12801" cy="12801"/>
          </a:xfrm>
          <a:prstGeom prst="ellipse">
            <a:avLst/>
          </a:prstGeom>
          <a:solidFill>
            <a:srgbClr val="2122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Oval 41"/>
          <p:cNvSpPr/>
          <p:nvPr/>
        </p:nvSpPr>
        <p:spPr>
          <a:xfrm>
            <a:off x="4541908" y="1900941"/>
            <a:ext cx="21945" cy="21945"/>
          </a:xfrm>
          <a:prstGeom prst="ellipse">
            <a:avLst/>
          </a:prstGeom>
          <a:solidFill>
            <a:srgbClr val="2626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Oval 42"/>
          <p:cNvSpPr/>
          <p:nvPr/>
        </p:nvSpPr>
        <p:spPr>
          <a:xfrm>
            <a:off x="8483161" y="1306829"/>
            <a:ext cx="16459" cy="16459"/>
          </a:xfrm>
          <a:prstGeom prst="ellipse">
            <a:avLst/>
          </a:prstGeom>
          <a:solidFill>
            <a:srgbClr val="2425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Oval 43"/>
          <p:cNvSpPr/>
          <p:nvPr/>
        </p:nvSpPr>
        <p:spPr>
          <a:xfrm>
            <a:off x="9525249" y="3222609"/>
            <a:ext cx="16459" cy="16459"/>
          </a:xfrm>
          <a:prstGeom prst="ellipse">
            <a:avLst/>
          </a:prstGeom>
          <a:solidFill>
            <a:srgbClr val="4D497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Oval 44"/>
          <p:cNvSpPr/>
          <p:nvPr/>
        </p:nvSpPr>
        <p:spPr>
          <a:xfrm>
            <a:off x="2562089" y="4968394"/>
            <a:ext cx="16459" cy="16459"/>
          </a:xfrm>
          <a:prstGeom prst="ellipse">
            <a:avLst/>
          </a:prstGeom>
          <a:solidFill>
            <a:srgbClr val="2425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Oval 45"/>
          <p:cNvSpPr/>
          <p:nvPr/>
        </p:nvSpPr>
        <p:spPr>
          <a:xfrm>
            <a:off x="4488990" y="1021898"/>
            <a:ext cx="12801" cy="12801"/>
          </a:xfrm>
          <a:prstGeom prst="ellipse">
            <a:avLst/>
          </a:prstGeom>
          <a:solidFill>
            <a:srgbClr val="45426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Oval 46"/>
          <p:cNvSpPr/>
          <p:nvPr/>
        </p:nvSpPr>
        <p:spPr>
          <a:xfrm>
            <a:off x="3438685" y="313375"/>
            <a:ext cx="21945" cy="21945"/>
          </a:xfrm>
          <a:prstGeom prst="ellipse">
            <a:avLst/>
          </a:prstGeom>
          <a:solidFill>
            <a:srgbClr val="33325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Oval 47"/>
          <p:cNvSpPr/>
          <p:nvPr/>
        </p:nvSpPr>
        <p:spPr>
          <a:xfrm>
            <a:off x="10251536" y="6572753"/>
            <a:ext cx="16459" cy="16459"/>
          </a:xfrm>
          <a:prstGeom prst="ellipse">
            <a:avLst/>
          </a:prstGeom>
          <a:solidFill>
            <a:srgbClr val="47436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Oval 48"/>
          <p:cNvSpPr/>
          <p:nvPr/>
        </p:nvSpPr>
        <p:spPr>
          <a:xfrm>
            <a:off x="1603908" y="1120943"/>
            <a:ext cx="21945" cy="21945"/>
          </a:xfrm>
          <a:prstGeom prst="ellipse">
            <a:avLst/>
          </a:prstGeom>
          <a:solidFill>
            <a:srgbClr val="21223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Oval 49"/>
          <p:cNvSpPr/>
          <p:nvPr/>
        </p:nvSpPr>
        <p:spPr>
          <a:xfrm>
            <a:off x="743687" y="1315547"/>
            <a:ext cx="12801" cy="12801"/>
          </a:xfrm>
          <a:prstGeom prst="ellipse">
            <a:avLst/>
          </a:prstGeom>
          <a:solidFill>
            <a:srgbClr val="45426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Oval 50"/>
          <p:cNvSpPr/>
          <p:nvPr/>
        </p:nvSpPr>
        <p:spPr>
          <a:xfrm>
            <a:off x="8470176" y="2156405"/>
            <a:ext cx="12801" cy="12801"/>
          </a:xfrm>
          <a:prstGeom prst="ellipse">
            <a:avLst/>
          </a:prstGeom>
          <a:solidFill>
            <a:srgbClr val="2626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Oval 51"/>
          <p:cNvSpPr/>
          <p:nvPr/>
        </p:nvSpPr>
        <p:spPr>
          <a:xfrm>
            <a:off x="9277576" y="1757846"/>
            <a:ext cx="12801" cy="12801"/>
          </a:xfrm>
          <a:prstGeom prst="ellipse">
            <a:avLst/>
          </a:prstGeom>
          <a:solidFill>
            <a:srgbClr val="1F213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Oval 52"/>
          <p:cNvSpPr/>
          <p:nvPr/>
        </p:nvSpPr>
        <p:spPr>
          <a:xfrm>
            <a:off x="5184554" y="5062505"/>
            <a:ext cx="16459" cy="16459"/>
          </a:xfrm>
          <a:prstGeom prst="ellipse">
            <a:avLst/>
          </a:prstGeom>
          <a:solidFill>
            <a:srgbClr val="1F21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Oval 53"/>
          <p:cNvSpPr/>
          <p:nvPr/>
        </p:nvSpPr>
        <p:spPr>
          <a:xfrm>
            <a:off x="2686473" y="1596496"/>
            <a:ext cx="21945" cy="21945"/>
          </a:xfrm>
          <a:prstGeom prst="ellipse">
            <a:avLst/>
          </a:prstGeom>
          <a:solidFill>
            <a:srgbClr val="34335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Oval 54"/>
          <p:cNvSpPr/>
          <p:nvPr/>
        </p:nvSpPr>
        <p:spPr>
          <a:xfrm>
            <a:off x="1309018" y="795915"/>
            <a:ext cx="12801" cy="12801"/>
          </a:xfrm>
          <a:prstGeom prst="ellipse">
            <a:avLst/>
          </a:prstGeom>
          <a:solidFill>
            <a:srgbClr val="4B476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Oval 55"/>
          <p:cNvSpPr/>
          <p:nvPr/>
        </p:nvSpPr>
        <p:spPr>
          <a:xfrm>
            <a:off x="7659609" y="5625905"/>
            <a:ext cx="16459" cy="16459"/>
          </a:xfrm>
          <a:prstGeom prst="ellipse">
            <a:avLst/>
          </a:prstGeom>
          <a:solidFill>
            <a:srgbClr val="2A2A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 name="Oval 56"/>
          <p:cNvSpPr/>
          <p:nvPr/>
        </p:nvSpPr>
        <p:spPr>
          <a:xfrm>
            <a:off x="1107940" y="1114095"/>
            <a:ext cx="21945" cy="21945"/>
          </a:xfrm>
          <a:prstGeom prst="ellipse">
            <a:avLst/>
          </a:prstGeom>
          <a:solidFill>
            <a:srgbClr val="3D3B5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 name="Oval 57"/>
          <p:cNvSpPr/>
          <p:nvPr/>
        </p:nvSpPr>
        <p:spPr>
          <a:xfrm>
            <a:off x="8183821" y="543106"/>
            <a:ext cx="12801" cy="12801"/>
          </a:xfrm>
          <a:prstGeom prst="ellipse">
            <a:avLst/>
          </a:prstGeom>
          <a:solidFill>
            <a:srgbClr val="21223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 name="Oval 58"/>
          <p:cNvSpPr/>
          <p:nvPr/>
        </p:nvSpPr>
        <p:spPr>
          <a:xfrm>
            <a:off x="4537636" y="397325"/>
            <a:ext cx="16459" cy="16459"/>
          </a:xfrm>
          <a:prstGeom prst="ellipse">
            <a:avLst/>
          </a:prstGeom>
          <a:solidFill>
            <a:srgbClr val="20213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 name="Oval 59"/>
          <p:cNvSpPr/>
          <p:nvPr/>
        </p:nvSpPr>
        <p:spPr>
          <a:xfrm>
            <a:off x="2140103" y="1424943"/>
            <a:ext cx="21945" cy="21945"/>
          </a:xfrm>
          <a:prstGeom prst="ellipse">
            <a:avLst/>
          </a:prstGeom>
          <a:solidFill>
            <a:srgbClr val="2F2F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 name="Oval 60"/>
          <p:cNvSpPr/>
          <p:nvPr/>
        </p:nvSpPr>
        <p:spPr>
          <a:xfrm>
            <a:off x="8019140" y="6569064"/>
            <a:ext cx="21945" cy="21945"/>
          </a:xfrm>
          <a:prstGeom prst="ellipse">
            <a:avLst/>
          </a:prstGeom>
          <a:solidFill>
            <a:srgbClr val="4C487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 name="Oval 61"/>
          <p:cNvSpPr/>
          <p:nvPr/>
        </p:nvSpPr>
        <p:spPr>
          <a:xfrm>
            <a:off x="3190508" y="4752467"/>
            <a:ext cx="21945" cy="21945"/>
          </a:xfrm>
          <a:prstGeom prst="ellipse">
            <a:avLst/>
          </a:prstGeom>
          <a:solidFill>
            <a:srgbClr val="2324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 name="Oval 62"/>
          <p:cNvSpPr/>
          <p:nvPr/>
        </p:nvSpPr>
        <p:spPr>
          <a:xfrm>
            <a:off x="1930251" y="5303884"/>
            <a:ext cx="16459" cy="16459"/>
          </a:xfrm>
          <a:prstGeom prst="ellipse">
            <a:avLst/>
          </a:prstGeom>
          <a:solidFill>
            <a:srgbClr val="2324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 name="Oval 63"/>
          <p:cNvSpPr/>
          <p:nvPr/>
        </p:nvSpPr>
        <p:spPr>
          <a:xfrm>
            <a:off x="10518281" y="2005357"/>
            <a:ext cx="16459" cy="16459"/>
          </a:xfrm>
          <a:prstGeom prst="ellipse">
            <a:avLst/>
          </a:prstGeom>
          <a:solidFill>
            <a:srgbClr val="48456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 name="Oval 64"/>
          <p:cNvSpPr/>
          <p:nvPr/>
        </p:nvSpPr>
        <p:spPr>
          <a:xfrm>
            <a:off x="10604506" y="5538618"/>
            <a:ext cx="12801" cy="12801"/>
          </a:xfrm>
          <a:prstGeom prst="ellipse">
            <a:avLst/>
          </a:prstGeom>
          <a:solidFill>
            <a:srgbClr val="4A466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6" name="Oval 65"/>
          <p:cNvSpPr/>
          <p:nvPr/>
        </p:nvSpPr>
        <p:spPr>
          <a:xfrm>
            <a:off x="11959927" y="877066"/>
            <a:ext cx="16459" cy="16459"/>
          </a:xfrm>
          <a:prstGeom prst="ellipse">
            <a:avLst/>
          </a:prstGeom>
          <a:solidFill>
            <a:srgbClr val="43406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7" name="TextBox 66"/>
          <p:cNvSpPr txBox="1"/>
          <p:nvPr/>
        </p:nvSpPr>
        <p:spPr>
          <a:xfrm>
            <a:off x="530352" y="320040"/>
            <a:ext cx="3383280" cy="201168"/>
          </a:xfrm>
          <a:prstGeom prst="rect">
            <a:avLst/>
          </a:prstGeom>
          <a:noFill/>
        </p:spPr>
        <p:txBody>
          <a:bodyPr wrap="square" lIns="0" rIns="0" tIns="0" bIns="0" anchor="t">
            <a:spAutoFit/>
          </a:bodyPr>
          <a:lstStyle/>
          <a:p>
            <a:pPr algn="l">
              <a:spcBef>
                <a:spcPts val="0"/>
              </a:spcBef>
              <a:spcAft>
                <a:spcPts val="300"/>
              </a:spcAft>
              <a:defRPr sz="1000" b="1">
                <a:solidFill>
                  <a:srgbClr val="F4F2FF"/>
                </a:solidFill>
                <a:latin typeface="Arial"/>
              </a:defRPr>
            </a:pPr>
            <a:r>
              <a:t>E C H O S P H E R E</a:t>
            </a:r>
          </a:p>
        </p:txBody>
      </p:sp>
      <p:sp>
        <p:nvSpPr>
          <p:cNvPr id="68" name="TextBox 67"/>
          <p:cNvSpPr txBox="1"/>
          <p:nvPr/>
        </p:nvSpPr>
        <p:spPr>
          <a:xfrm>
            <a:off x="5669280" y="320040"/>
            <a:ext cx="5989320" cy="201168"/>
          </a:xfrm>
          <a:prstGeom prst="rect">
            <a:avLst/>
          </a:prstGeom>
          <a:noFill/>
        </p:spPr>
        <p:txBody>
          <a:bodyPr wrap="square" lIns="0" rIns="0" tIns="0" bIns="0" anchor="t">
            <a:spAutoFit/>
          </a:bodyPr>
          <a:lstStyle/>
          <a:p>
            <a:pPr algn="r">
              <a:spcBef>
                <a:spcPts val="0"/>
              </a:spcBef>
              <a:spcAft>
                <a:spcPts val="300"/>
              </a:spcAft>
              <a:defRPr sz="1000" b="0">
                <a:solidFill>
                  <a:srgbClr val="B2B9D0"/>
                </a:solidFill>
                <a:latin typeface="Arial"/>
              </a:defRPr>
            </a:pPr>
            <a:r>
              <a:t>THE ROLE OF TECHNOLOGY</a:t>
            </a:r>
          </a:p>
        </p:txBody>
      </p:sp>
      <p:cxnSp>
        <p:nvCxnSpPr>
          <p:cNvPr id="69" name="Connector 68"/>
          <p:cNvCxnSpPr/>
          <p:nvPr/>
        </p:nvCxnSpPr>
        <p:spPr>
          <a:xfrm>
            <a:off x="530352" y="722376"/>
            <a:ext cx="11128248" cy="0"/>
          </a:xfrm>
          <a:prstGeom prst="line">
            <a:avLst/>
          </a:prstGeom>
          <a:ln w="8255">
            <a:solidFill>
              <a:srgbClr val="29324C"/>
            </a:solidFill>
          </a:ln>
        </p:spPr>
        <p:style>
          <a:lnRef idx="2">
            <a:schemeClr val="accent1"/>
          </a:lnRef>
          <a:fillRef idx="0">
            <a:schemeClr val="accent1"/>
          </a:fillRef>
          <a:effectRef idx="1">
            <a:schemeClr val="accent1"/>
          </a:effectRef>
          <a:fontRef idx="minor">
            <a:schemeClr val="tx1"/>
          </a:fontRef>
        </p:style>
      </p:cxnSp>
      <p:sp>
        <p:nvSpPr>
          <p:cNvPr id="70" name="Rectangle 69"/>
          <p:cNvSpPr/>
          <p:nvPr/>
        </p:nvSpPr>
        <p:spPr>
          <a:xfrm>
            <a:off x="530352" y="6510528"/>
            <a:ext cx="201168" cy="22860"/>
          </a:xfrm>
          <a:prstGeom prst="rect">
            <a:avLst/>
          </a:prstGeom>
          <a:solidFill>
            <a:srgbClr val="2932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1" name="Rectangle 70"/>
          <p:cNvSpPr/>
          <p:nvPr/>
        </p:nvSpPr>
        <p:spPr>
          <a:xfrm>
            <a:off x="813815" y="6510528"/>
            <a:ext cx="201168" cy="22860"/>
          </a:xfrm>
          <a:prstGeom prst="rect">
            <a:avLst/>
          </a:prstGeom>
          <a:solidFill>
            <a:srgbClr val="2932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2" name="Rectangle 71"/>
          <p:cNvSpPr/>
          <p:nvPr/>
        </p:nvSpPr>
        <p:spPr>
          <a:xfrm>
            <a:off x="1097280" y="6510528"/>
            <a:ext cx="201168" cy="22860"/>
          </a:xfrm>
          <a:prstGeom prst="rect">
            <a:avLst/>
          </a:prstGeom>
          <a:solidFill>
            <a:srgbClr val="2932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3" name="Rectangle 72"/>
          <p:cNvSpPr/>
          <p:nvPr/>
        </p:nvSpPr>
        <p:spPr>
          <a:xfrm>
            <a:off x="1380743" y="6510528"/>
            <a:ext cx="201168" cy="22860"/>
          </a:xfrm>
          <a:prstGeom prst="rect">
            <a:avLst/>
          </a:prstGeom>
          <a:solidFill>
            <a:srgbClr val="2932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4" name="Rectangle 73"/>
          <p:cNvSpPr/>
          <p:nvPr/>
        </p:nvSpPr>
        <p:spPr>
          <a:xfrm>
            <a:off x="1664207" y="6510528"/>
            <a:ext cx="201168" cy="22860"/>
          </a:xfrm>
          <a:prstGeom prst="rect">
            <a:avLst/>
          </a:prstGeom>
          <a:solidFill>
            <a:srgbClr val="BCAB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5" name="Rectangle 74"/>
          <p:cNvSpPr/>
          <p:nvPr/>
        </p:nvSpPr>
        <p:spPr>
          <a:xfrm>
            <a:off x="1947672" y="6510528"/>
            <a:ext cx="201168" cy="22860"/>
          </a:xfrm>
          <a:prstGeom prst="rect">
            <a:avLst/>
          </a:prstGeom>
          <a:solidFill>
            <a:srgbClr val="2932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6" name="TextBox 75"/>
          <p:cNvSpPr txBox="1"/>
          <p:nvPr/>
        </p:nvSpPr>
        <p:spPr>
          <a:xfrm>
            <a:off x="2743200" y="6409944"/>
            <a:ext cx="6583680" cy="210312"/>
          </a:xfrm>
          <a:prstGeom prst="rect">
            <a:avLst/>
          </a:prstGeom>
          <a:noFill/>
        </p:spPr>
        <p:txBody>
          <a:bodyPr wrap="square" lIns="0" rIns="0" tIns="0" bIns="0" anchor="t">
            <a:spAutoFit/>
          </a:bodyPr>
          <a:lstStyle/>
          <a:p>
            <a:pPr algn="l">
              <a:spcBef>
                <a:spcPts val="0"/>
              </a:spcBef>
              <a:spcAft>
                <a:spcPts val="300"/>
              </a:spcAft>
              <a:defRPr sz="900" b="0">
                <a:solidFill>
                  <a:srgbClr val="B2B9D0"/>
                </a:solidFill>
                <a:latin typeface="Arial"/>
              </a:defRPr>
            </a:pPr>
            <a:r>
              <a:t>AMD DEVELOPER HACKATHON ACT 3  /  TRACK 4</a:t>
            </a:r>
          </a:p>
        </p:txBody>
      </p:sp>
      <p:sp>
        <p:nvSpPr>
          <p:cNvPr id="77" name="TextBox 76"/>
          <p:cNvSpPr txBox="1"/>
          <p:nvPr/>
        </p:nvSpPr>
        <p:spPr>
          <a:xfrm>
            <a:off x="10835640" y="6409944"/>
            <a:ext cx="822960" cy="210312"/>
          </a:xfrm>
          <a:prstGeom prst="rect">
            <a:avLst/>
          </a:prstGeom>
          <a:noFill/>
        </p:spPr>
        <p:txBody>
          <a:bodyPr wrap="square" lIns="0" rIns="0" tIns="0" bIns="0" anchor="t">
            <a:spAutoFit/>
          </a:bodyPr>
          <a:lstStyle/>
          <a:p>
            <a:pPr algn="r">
              <a:spcBef>
                <a:spcPts val="0"/>
              </a:spcBef>
              <a:spcAft>
                <a:spcPts val="300"/>
              </a:spcAft>
              <a:defRPr sz="1000" b="0">
                <a:solidFill>
                  <a:srgbClr val="B2B9D0"/>
                </a:solidFill>
                <a:latin typeface="Arial"/>
              </a:defRPr>
            </a:pPr>
            <a:r>
              <a:t>05 / 06</a:t>
            </a:r>
          </a:p>
        </p:txBody>
      </p:sp>
      <p:sp>
        <p:nvSpPr>
          <p:cNvPr id="78" name="TextBox 77"/>
          <p:cNvSpPr txBox="1"/>
          <p:nvPr/>
        </p:nvSpPr>
        <p:spPr>
          <a:xfrm>
            <a:off x="594360" y="978408"/>
            <a:ext cx="10972800" cy="1170432"/>
          </a:xfrm>
          <a:prstGeom prst="rect">
            <a:avLst/>
          </a:prstGeom>
          <a:noFill/>
        </p:spPr>
        <p:txBody>
          <a:bodyPr wrap="square" lIns="0" rIns="0" tIns="0" bIns="0" anchor="t">
            <a:spAutoFit/>
          </a:bodyPr>
          <a:lstStyle/>
          <a:p>
            <a:pPr algn="l">
              <a:spcBef>
                <a:spcPts val="0"/>
              </a:spcBef>
              <a:spcAft>
                <a:spcPts val="300"/>
              </a:spcAft>
              <a:defRPr sz="3700" b="1">
                <a:solidFill>
                  <a:srgbClr val="F4F2FF"/>
                </a:solidFill>
                <a:latin typeface="Arial"/>
              </a:defRPr>
            </a:pPr>
            <a:r>
              <a:t>AMD runs the narrative.</a:t>
            </a:r>
          </a:p>
          <a:p>
            <a:pPr algn="l">
              <a:spcBef>
                <a:spcPts val="0"/>
              </a:spcBef>
              <a:spcAft>
                <a:spcPts val="300"/>
              </a:spcAft>
              <a:defRPr sz="3700" b="1">
                <a:solidFill>
                  <a:srgbClr val="F4F2FF"/>
                </a:solidFill>
                <a:latin typeface="Arial"/>
              </a:defRPr>
            </a:pPr>
            <a:r>
              <a:t>The browser shapes the moment.</a:t>
            </a:r>
          </a:p>
        </p:txBody>
      </p:sp>
      <p:sp>
        <p:nvSpPr>
          <p:cNvPr id="79" name="Rounded Rectangle 78"/>
          <p:cNvSpPr/>
          <p:nvPr/>
        </p:nvSpPr>
        <p:spPr>
          <a:xfrm>
            <a:off x="630936" y="2578608"/>
            <a:ext cx="3493008" cy="2139696"/>
          </a:xfrm>
          <a:prstGeom prst="roundRect">
            <a:avLst>
              <a:gd name="adj" fmla="val 9000"/>
            </a:avLst>
          </a:prstGeom>
          <a:solidFill>
            <a:srgbClr val="11182A"/>
          </a:solidFill>
          <a:ln w="10160">
            <a:solidFill>
              <a:srgbClr val="29324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0" name="Rectangle 79"/>
          <p:cNvSpPr/>
          <p:nvPr/>
        </p:nvSpPr>
        <p:spPr>
          <a:xfrm>
            <a:off x="850392" y="2816352"/>
            <a:ext cx="41148" cy="1618488"/>
          </a:xfrm>
          <a:prstGeom prst="rect">
            <a:avLst/>
          </a:prstGeom>
          <a:solidFill>
            <a:srgbClr val="FF967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1" name="TextBox 80"/>
          <p:cNvSpPr txBox="1"/>
          <p:nvPr/>
        </p:nvSpPr>
        <p:spPr>
          <a:xfrm>
            <a:off x="1024127" y="2752344"/>
            <a:ext cx="2898648" cy="502920"/>
          </a:xfrm>
          <a:prstGeom prst="rect">
            <a:avLst/>
          </a:prstGeom>
          <a:noFill/>
        </p:spPr>
        <p:txBody>
          <a:bodyPr wrap="square" lIns="0" rIns="0" tIns="0" bIns="0" anchor="t">
            <a:spAutoFit/>
          </a:bodyPr>
          <a:lstStyle/>
          <a:p>
            <a:pPr algn="l">
              <a:spcBef>
                <a:spcPts val="0"/>
              </a:spcBef>
              <a:spcAft>
                <a:spcPts val="300"/>
              </a:spcAft>
              <a:defRPr sz="3100" b="1">
                <a:solidFill>
                  <a:srgbClr val="FF967B"/>
                </a:solidFill>
                <a:latin typeface="Arial"/>
              </a:defRPr>
            </a:pPr>
            <a:r>
              <a:t>AMD</a:t>
            </a:r>
          </a:p>
        </p:txBody>
      </p:sp>
      <p:sp>
        <p:nvSpPr>
          <p:cNvPr id="82" name="TextBox 81"/>
          <p:cNvSpPr txBox="1"/>
          <p:nvPr/>
        </p:nvSpPr>
        <p:spPr>
          <a:xfrm>
            <a:off x="1042415" y="3383280"/>
            <a:ext cx="2834639" cy="228600"/>
          </a:xfrm>
          <a:prstGeom prst="rect">
            <a:avLst/>
          </a:prstGeom>
          <a:noFill/>
        </p:spPr>
        <p:txBody>
          <a:bodyPr wrap="square" lIns="0" rIns="0" tIns="0" bIns="0" anchor="t">
            <a:spAutoFit/>
          </a:bodyPr>
          <a:lstStyle/>
          <a:p>
            <a:pPr algn="l">
              <a:spcBef>
                <a:spcPts val="0"/>
              </a:spcBef>
              <a:spcAft>
                <a:spcPts val="300"/>
              </a:spcAft>
              <a:defRPr sz="1000" b="1">
                <a:solidFill>
                  <a:srgbClr val="B2B9D0"/>
                </a:solidFill>
                <a:latin typeface="Arial"/>
              </a:defRPr>
            </a:pPr>
            <a:r>
              <a:t>DEVELOPER CLOUD</a:t>
            </a:r>
          </a:p>
        </p:txBody>
      </p:sp>
      <p:sp>
        <p:nvSpPr>
          <p:cNvPr id="83" name="TextBox 82"/>
          <p:cNvSpPr txBox="1"/>
          <p:nvPr/>
        </p:nvSpPr>
        <p:spPr>
          <a:xfrm>
            <a:off x="1042415" y="3858768"/>
            <a:ext cx="2852928" cy="594360"/>
          </a:xfrm>
          <a:prstGeom prst="rect">
            <a:avLst/>
          </a:prstGeom>
          <a:noFill/>
        </p:spPr>
        <p:txBody>
          <a:bodyPr wrap="square" lIns="0" rIns="0" tIns="0" bIns="0" anchor="t">
            <a:spAutoFit/>
          </a:bodyPr>
          <a:lstStyle/>
          <a:p>
            <a:pPr algn="l">
              <a:spcBef>
                <a:spcPts val="0"/>
              </a:spcBef>
              <a:spcAft>
                <a:spcPts val="300"/>
              </a:spcAft>
              <a:defRPr sz="1700" b="0">
                <a:solidFill>
                  <a:srgbClr val="F4F2FF"/>
                </a:solidFill>
                <a:latin typeface="Arial"/>
              </a:defRPr>
            </a:pPr>
            <a:r>
              <a:t>GPU compute for</a:t>
            </a:r>
          </a:p>
          <a:p>
            <a:pPr algn="l">
              <a:spcBef>
                <a:spcPts val="0"/>
              </a:spcBef>
              <a:spcAft>
                <a:spcPts val="300"/>
              </a:spcAft>
              <a:defRPr sz="1700" b="0">
                <a:solidFill>
                  <a:srgbClr val="F4F2FF"/>
                </a:solidFill>
                <a:latin typeface="Arial"/>
              </a:defRPr>
            </a:pPr>
            <a:r>
              <a:t>narrative inference.</a:t>
            </a:r>
          </a:p>
        </p:txBody>
      </p:sp>
      <p:sp>
        <p:nvSpPr>
          <p:cNvPr id="84" name="Rounded Rectangle 83"/>
          <p:cNvSpPr/>
          <p:nvPr/>
        </p:nvSpPr>
        <p:spPr>
          <a:xfrm>
            <a:off x="4352544" y="2578608"/>
            <a:ext cx="3493008" cy="2139696"/>
          </a:xfrm>
          <a:prstGeom prst="roundRect">
            <a:avLst>
              <a:gd name="adj" fmla="val 9000"/>
            </a:avLst>
          </a:prstGeom>
          <a:solidFill>
            <a:srgbClr val="11182A"/>
          </a:solidFill>
          <a:ln w="10160">
            <a:solidFill>
              <a:srgbClr val="29324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5" name="Rectangle 84"/>
          <p:cNvSpPr/>
          <p:nvPr/>
        </p:nvSpPr>
        <p:spPr>
          <a:xfrm>
            <a:off x="4572000" y="2816352"/>
            <a:ext cx="41148" cy="1618488"/>
          </a:xfrm>
          <a:prstGeom prst="rect">
            <a:avLst/>
          </a:prstGeom>
          <a:solidFill>
            <a:srgbClr val="86DA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6" name="TextBox 85"/>
          <p:cNvSpPr txBox="1"/>
          <p:nvPr/>
        </p:nvSpPr>
        <p:spPr>
          <a:xfrm>
            <a:off x="4745736" y="2752344"/>
            <a:ext cx="2898648" cy="502920"/>
          </a:xfrm>
          <a:prstGeom prst="rect">
            <a:avLst/>
          </a:prstGeom>
          <a:noFill/>
        </p:spPr>
        <p:txBody>
          <a:bodyPr wrap="square" lIns="0" rIns="0" tIns="0" bIns="0" anchor="t">
            <a:spAutoFit/>
          </a:bodyPr>
          <a:lstStyle/>
          <a:p>
            <a:pPr algn="l">
              <a:spcBef>
                <a:spcPts val="0"/>
              </a:spcBef>
              <a:spcAft>
                <a:spcPts val="300"/>
              </a:spcAft>
              <a:defRPr sz="3100" b="1">
                <a:solidFill>
                  <a:srgbClr val="86DAF2"/>
                </a:solidFill>
                <a:latin typeface="Arial"/>
              </a:defRPr>
            </a:pPr>
            <a:r>
              <a:t>Gemma</a:t>
            </a:r>
          </a:p>
        </p:txBody>
      </p:sp>
      <p:sp>
        <p:nvSpPr>
          <p:cNvPr id="87" name="TextBox 86"/>
          <p:cNvSpPr txBox="1"/>
          <p:nvPr/>
        </p:nvSpPr>
        <p:spPr>
          <a:xfrm>
            <a:off x="4764024" y="3383280"/>
            <a:ext cx="2834639" cy="228600"/>
          </a:xfrm>
          <a:prstGeom prst="rect">
            <a:avLst/>
          </a:prstGeom>
          <a:noFill/>
        </p:spPr>
        <p:txBody>
          <a:bodyPr wrap="square" lIns="0" rIns="0" tIns="0" bIns="0" anchor="t">
            <a:spAutoFit/>
          </a:bodyPr>
          <a:lstStyle/>
          <a:p>
            <a:pPr algn="l">
              <a:spcBef>
                <a:spcPts val="0"/>
              </a:spcBef>
              <a:spcAft>
                <a:spcPts val="300"/>
              </a:spcAft>
              <a:defRPr sz="1000" b="1">
                <a:solidFill>
                  <a:srgbClr val="B2B9D0"/>
                </a:solidFill>
                <a:latin typeface="Arial"/>
              </a:defRPr>
            </a:pPr>
            <a:r>
              <a:t>CONFIGURED: GEMMA 4 · 31B IT</a:t>
            </a:r>
          </a:p>
        </p:txBody>
      </p:sp>
      <p:sp>
        <p:nvSpPr>
          <p:cNvPr id="88" name="TextBox 87"/>
          <p:cNvSpPr txBox="1"/>
          <p:nvPr/>
        </p:nvSpPr>
        <p:spPr>
          <a:xfrm>
            <a:off x="4764024" y="3858768"/>
            <a:ext cx="2852928" cy="594360"/>
          </a:xfrm>
          <a:prstGeom prst="rect">
            <a:avLst/>
          </a:prstGeom>
          <a:noFill/>
        </p:spPr>
        <p:txBody>
          <a:bodyPr wrap="square" lIns="0" rIns="0" tIns="0" bIns="0" anchor="t">
            <a:spAutoFit/>
          </a:bodyPr>
          <a:lstStyle/>
          <a:p>
            <a:pPr algn="l">
              <a:spcBef>
                <a:spcPts val="0"/>
              </a:spcBef>
              <a:spcAft>
                <a:spcPts val="300"/>
              </a:spcAft>
              <a:defRPr sz="1700" b="0">
                <a:solidFill>
                  <a:srgbClr val="F4F2FF"/>
                </a:solidFill>
                <a:latin typeface="Arial"/>
              </a:defRPr>
            </a:pPr>
            <a:r>
              <a:t>Generates story language</a:t>
            </a:r>
          </a:p>
          <a:p>
            <a:pPr algn="l">
              <a:spcBef>
                <a:spcPts val="0"/>
              </a:spcBef>
              <a:spcAft>
                <a:spcPts val="300"/>
              </a:spcAft>
              <a:defRPr sz="1700" b="0">
                <a:solidFill>
                  <a:srgbClr val="F4F2FF"/>
                </a:solidFill>
                <a:latin typeface="Arial"/>
              </a:defRPr>
            </a:pPr>
            <a:r>
              <a:t>from input and context.</a:t>
            </a:r>
          </a:p>
        </p:txBody>
      </p:sp>
      <p:sp>
        <p:nvSpPr>
          <p:cNvPr id="89" name="Rounded Rectangle 88"/>
          <p:cNvSpPr/>
          <p:nvPr/>
        </p:nvSpPr>
        <p:spPr>
          <a:xfrm>
            <a:off x="8074152" y="2578608"/>
            <a:ext cx="3493008" cy="2139696"/>
          </a:xfrm>
          <a:prstGeom prst="roundRect">
            <a:avLst>
              <a:gd name="adj" fmla="val 9000"/>
            </a:avLst>
          </a:prstGeom>
          <a:solidFill>
            <a:srgbClr val="11182A"/>
          </a:solidFill>
          <a:ln w="10160">
            <a:solidFill>
              <a:srgbClr val="29324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0" name="Rectangle 89"/>
          <p:cNvSpPr/>
          <p:nvPr/>
        </p:nvSpPr>
        <p:spPr>
          <a:xfrm>
            <a:off x="8293608" y="2816352"/>
            <a:ext cx="41148" cy="1618488"/>
          </a:xfrm>
          <a:prstGeom prst="rect">
            <a:avLst/>
          </a:prstGeom>
          <a:solidFill>
            <a:srgbClr val="B5E5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1" name="TextBox 90"/>
          <p:cNvSpPr txBox="1"/>
          <p:nvPr/>
        </p:nvSpPr>
        <p:spPr>
          <a:xfrm>
            <a:off x="8467344" y="2752344"/>
            <a:ext cx="2898648" cy="502920"/>
          </a:xfrm>
          <a:prstGeom prst="rect">
            <a:avLst/>
          </a:prstGeom>
          <a:noFill/>
        </p:spPr>
        <p:txBody>
          <a:bodyPr wrap="square" lIns="0" rIns="0" tIns="0" bIns="0" anchor="t">
            <a:spAutoFit/>
          </a:bodyPr>
          <a:lstStyle/>
          <a:p>
            <a:pPr algn="l">
              <a:spcBef>
                <a:spcPts val="0"/>
              </a:spcBef>
              <a:spcAft>
                <a:spcPts val="300"/>
              </a:spcAft>
              <a:defRPr sz="3100" b="1">
                <a:solidFill>
                  <a:srgbClr val="B5E58C"/>
                </a:solidFill>
                <a:latin typeface="Arial"/>
              </a:defRPr>
            </a:pPr>
            <a:r>
              <a:t>Evolus</a:t>
            </a:r>
          </a:p>
        </p:txBody>
      </p:sp>
      <p:sp>
        <p:nvSpPr>
          <p:cNvPr id="92" name="TextBox 91"/>
          <p:cNvSpPr txBox="1"/>
          <p:nvPr/>
        </p:nvSpPr>
        <p:spPr>
          <a:xfrm>
            <a:off x="8485632" y="3383280"/>
            <a:ext cx="2834639" cy="228600"/>
          </a:xfrm>
          <a:prstGeom prst="rect">
            <a:avLst/>
          </a:prstGeom>
          <a:noFill/>
        </p:spPr>
        <p:txBody>
          <a:bodyPr wrap="square" lIns="0" rIns="0" tIns="0" bIns="0" anchor="t">
            <a:spAutoFit/>
          </a:bodyPr>
          <a:lstStyle/>
          <a:p>
            <a:pPr algn="l">
              <a:spcBef>
                <a:spcPts val="0"/>
              </a:spcBef>
              <a:spcAft>
                <a:spcPts val="300"/>
              </a:spcAft>
              <a:defRPr sz="1000" b="1">
                <a:solidFill>
                  <a:srgbClr val="B2B9D0"/>
                </a:solidFill>
                <a:latin typeface="Arial"/>
              </a:defRPr>
            </a:pPr>
            <a:r>
              <a:t>AGENT + API</a:t>
            </a:r>
          </a:p>
        </p:txBody>
      </p:sp>
      <p:sp>
        <p:nvSpPr>
          <p:cNvPr id="93" name="TextBox 92"/>
          <p:cNvSpPr txBox="1"/>
          <p:nvPr/>
        </p:nvSpPr>
        <p:spPr>
          <a:xfrm>
            <a:off x="8485632" y="3858768"/>
            <a:ext cx="2852928" cy="594360"/>
          </a:xfrm>
          <a:prstGeom prst="rect">
            <a:avLst/>
          </a:prstGeom>
          <a:noFill/>
        </p:spPr>
        <p:txBody>
          <a:bodyPr wrap="square" lIns="0" rIns="0" tIns="0" bIns="0" anchor="t">
            <a:spAutoFit/>
          </a:bodyPr>
          <a:lstStyle/>
          <a:p>
            <a:pPr algn="l">
              <a:spcBef>
                <a:spcPts val="0"/>
              </a:spcBef>
              <a:spcAft>
                <a:spcPts val="300"/>
              </a:spcAft>
              <a:defRPr sz="1700" b="0">
                <a:solidFill>
                  <a:srgbClr val="F4F2FF"/>
                </a:solidFill>
                <a:latin typeface="Arial"/>
              </a:defRPr>
            </a:pPr>
            <a:r>
              <a:t>Connects the app to</a:t>
            </a:r>
          </a:p>
          <a:p>
            <a:pPr algn="l">
              <a:spcBef>
                <a:spcPts val="0"/>
              </a:spcBef>
              <a:spcAft>
                <a:spcPts val="300"/>
              </a:spcAft>
              <a:defRPr sz="1700" b="0">
                <a:solidFill>
                  <a:srgbClr val="F4F2FF"/>
                </a:solidFill>
                <a:latin typeface="Arial"/>
              </a:defRPr>
            </a:pPr>
            <a:r>
              <a:t>the configured model.</a:t>
            </a:r>
          </a:p>
        </p:txBody>
      </p:sp>
      <p:sp>
        <p:nvSpPr>
          <p:cNvPr id="94" name="TextBox 93"/>
          <p:cNvSpPr txBox="1"/>
          <p:nvPr/>
        </p:nvSpPr>
        <p:spPr>
          <a:xfrm>
            <a:off x="667512" y="5102352"/>
            <a:ext cx="1828800" cy="228600"/>
          </a:xfrm>
          <a:prstGeom prst="rect">
            <a:avLst/>
          </a:prstGeom>
          <a:noFill/>
        </p:spPr>
        <p:txBody>
          <a:bodyPr wrap="square" lIns="0" rIns="0" tIns="0" bIns="0" anchor="t">
            <a:spAutoFit/>
          </a:bodyPr>
          <a:lstStyle/>
          <a:p>
            <a:pPr algn="l">
              <a:spcBef>
                <a:spcPts val="0"/>
              </a:spcBef>
              <a:spcAft>
                <a:spcPts val="300"/>
              </a:spcAft>
              <a:defRPr sz="1000" b="1">
                <a:solidFill>
                  <a:srgbClr val="B2B9D0"/>
                </a:solidFill>
                <a:latin typeface="Arial"/>
              </a:defRPr>
            </a:pPr>
            <a:r>
              <a:t>REQUEST PATH</a:t>
            </a:r>
          </a:p>
        </p:txBody>
      </p:sp>
      <p:sp>
        <p:nvSpPr>
          <p:cNvPr id="95" name="TextBox 94"/>
          <p:cNvSpPr txBox="1"/>
          <p:nvPr/>
        </p:nvSpPr>
        <p:spPr>
          <a:xfrm>
            <a:off x="2560320" y="5038344"/>
            <a:ext cx="9052560" cy="365760"/>
          </a:xfrm>
          <a:prstGeom prst="rect">
            <a:avLst/>
          </a:prstGeom>
          <a:noFill/>
        </p:spPr>
        <p:txBody>
          <a:bodyPr wrap="square" lIns="0" rIns="0" tIns="0" bIns="0" anchor="t">
            <a:spAutoFit/>
          </a:bodyPr>
          <a:lstStyle/>
          <a:p>
            <a:pPr algn="l">
              <a:spcBef>
                <a:spcPts val="0"/>
              </a:spcBef>
              <a:spcAft>
                <a:spcPts val="300"/>
              </a:spcAft>
              <a:defRPr sz="2000" b="1">
                <a:solidFill>
                  <a:srgbClr val="F4F2FF"/>
                </a:solidFill>
                <a:latin typeface="Arial"/>
              </a:defRPr>
            </a:pPr>
            <a:r>
              <a:t>Browser  →  Secure backend  →  Evolus  →  Gemma on AMD</a:t>
            </a:r>
          </a:p>
        </p:txBody>
      </p:sp>
      <p:sp>
        <p:nvSpPr>
          <p:cNvPr id="96" name="TextBox 95"/>
          <p:cNvSpPr txBox="1"/>
          <p:nvPr/>
        </p:nvSpPr>
        <p:spPr>
          <a:xfrm>
            <a:off x="667512" y="5687568"/>
            <a:ext cx="1828800" cy="228600"/>
          </a:xfrm>
          <a:prstGeom prst="rect">
            <a:avLst/>
          </a:prstGeom>
          <a:noFill/>
        </p:spPr>
        <p:txBody>
          <a:bodyPr wrap="square" lIns="0" rIns="0" tIns="0" bIns="0" anchor="t">
            <a:spAutoFit/>
          </a:bodyPr>
          <a:lstStyle/>
          <a:p>
            <a:pPr algn="l">
              <a:spcBef>
                <a:spcPts val="0"/>
              </a:spcBef>
              <a:spcAft>
                <a:spcPts val="300"/>
              </a:spcAft>
              <a:defRPr sz="1000" b="1">
                <a:solidFill>
                  <a:srgbClr val="B2B9D0"/>
                </a:solidFill>
                <a:latin typeface="Arial"/>
              </a:defRPr>
            </a:pPr>
            <a:r>
              <a:t>LOCAL AUDIO</a:t>
            </a:r>
          </a:p>
        </p:txBody>
      </p:sp>
      <p:sp>
        <p:nvSpPr>
          <p:cNvPr id="97" name="TextBox 96"/>
          <p:cNvSpPr txBox="1"/>
          <p:nvPr/>
        </p:nvSpPr>
        <p:spPr>
          <a:xfrm>
            <a:off x="2560320" y="5660136"/>
            <a:ext cx="9052560" cy="365760"/>
          </a:xfrm>
          <a:prstGeom prst="rect">
            <a:avLst/>
          </a:prstGeom>
          <a:noFill/>
        </p:spPr>
        <p:txBody>
          <a:bodyPr wrap="square" lIns="0" rIns="0" tIns="0" bIns="0" anchor="t">
            <a:spAutoFit/>
          </a:bodyPr>
          <a:lstStyle/>
          <a:p>
            <a:pPr algn="l">
              <a:spcBef>
                <a:spcPts val="0"/>
              </a:spcBef>
              <a:spcAft>
                <a:spcPts val="300"/>
              </a:spcAft>
              <a:defRPr sz="1500" b="0">
                <a:solidFill>
                  <a:srgbClr val="BCABFF"/>
                </a:solidFill>
                <a:latin typeface="Arial"/>
              </a:defRPr>
            </a:pPr>
            <a:r>
              <a:t>Whisper: words in     ·     Kokoro: voice out     ·     Web Audio: spatial sound</a:t>
            </a:r>
          </a:p>
        </p:txBody>
      </p:sp>
    </p:spTree>
  </p:cSld>
  <p:clrMapOvr>
    <a:masterClrMapping/>
  </p:clrMapOvr>
  <p:transition advClick="1" advTm="55000"/>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90D1B"/>
        </a:solidFill>
        <a:effectLst/>
      </p:bgPr>
    </p:bg>
    <p:spTree>
      <p:nvGrpSpPr>
        <p:cNvPr id="1" name=""/>
        <p:cNvGrpSpPr/>
        <p:nvPr/>
      </p:nvGrpSpPr>
      <p:grpSpPr/>
      <p:sp>
        <p:nvSpPr>
          <p:cNvPr id="2" name="Oval 1"/>
          <p:cNvSpPr/>
          <p:nvPr/>
        </p:nvSpPr>
        <p:spPr>
          <a:xfrm>
            <a:off x="4535640" y="6299591"/>
            <a:ext cx="12801" cy="12801"/>
          </a:xfrm>
          <a:prstGeom prst="ellipse">
            <a:avLst/>
          </a:prstGeom>
          <a:solidFill>
            <a:srgbClr val="49456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756169" y="5595936"/>
            <a:ext cx="16459" cy="16459"/>
          </a:xfrm>
          <a:prstGeom prst="ellipse">
            <a:avLst/>
          </a:prstGeom>
          <a:solidFill>
            <a:srgbClr val="2D2C4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10125086" y="3310136"/>
            <a:ext cx="12801" cy="12801"/>
          </a:xfrm>
          <a:prstGeom prst="ellipse">
            <a:avLst/>
          </a:prstGeom>
          <a:solidFill>
            <a:srgbClr val="2E2E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Oval 4"/>
          <p:cNvSpPr/>
          <p:nvPr/>
        </p:nvSpPr>
        <p:spPr>
          <a:xfrm>
            <a:off x="3715388" y="2286553"/>
            <a:ext cx="21945" cy="21945"/>
          </a:xfrm>
          <a:prstGeom prst="ellipse">
            <a:avLst/>
          </a:prstGeom>
          <a:solidFill>
            <a:srgbClr val="2122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7960983" y="3957600"/>
            <a:ext cx="21945" cy="21945"/>
          </a:xfrm>
          <a:prstGeom prst="ellipse">
            <a:avLst/>
          </a:prstGeom>
          <a:solidFill>
            <a:srgbClr val="43406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4696782" y="1660986"/>
            <a:ext cx="21945" cy="21945"/>
          </a:xfrm>
          <a:prstGeom prst="ellipse">
            <a:avLst/>
          </a:prstGeom>
          <a:solidFill>
            <a:srgbClr val="34335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886712" y="4212797"/>
            <a:ext cx="16459" cy="16459"/>
          </a:xfrm>
          <a:prstGeom prst="ellipse">
            <a:avLst/>
          </a:prstGeom>
          <a:solidFill>
            <a:srgbClr val="2626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3042340" y="6192372"/>
            <a:ext cx="21945" cy="21945"/>
          </a:xfrm>
          <a:prstGeom prst="ellipse">
            <a:avLst/>
          </a:prstGeom>
          <a:solidFill>
            <a:srgbClr val="2324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8595037" y="4545185"/>
            <a:ext cx="12801" cy="12801"/>
          </a:xfrm>
          <a:prstGeom prst="ellipse">
            <a:avLst/>
          </a:prstGeom>
          <a:solidFill>
            <a:srgbClr val="47446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6235283" y="223487"/>
            <a:ext cx="12801" cy="12801"/>
          </a:xfrm>
          <a:prstGeom prst="ellipse">
            <a:avLst/>
          </a:prstGeom>
          <a:solidFill>
            <a:srgbClr val="44416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10834624" y="3368668"/>
            <a:ext cx="21945" cy="21945"/>
          </a:xfrm>
          <a:prstGeom prst="ellipse">
            <a:avLst/>
          </a:prstGeom>
          <a:solidFill>
            <a:srgbClr val="3A39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10611934" y="3018834"/>
            <a:ext cx="16459" cy="16459"/>
          </a:xfrm>
          <a:prstGeom prst="ellipse">
            <a:avLst/>
          </a:prstGeom>
          <a:solidFill>
            <a:srgbClr val="27274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256148" y="4345985"/>
            <a:ext cx="16459" cy="16459"/>
          </a:xfrm>
          <a:prstGeom prst="ellipse">
            <a:avLst/>
          </a:prstGeom>
          <a:solidFill>
            <a:srgbClr val="4844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9050572" y="5177758"/>
            <a:ext cx="16459" cy="16459"/>
          </a:xfrm>
          <a:prstGeom prst="ellipse">
            <a:avLst/>
          </a:prstGeom>
          <a:solidFill>
            <a:srgbClr val="33325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1975499" y="4041645"/>
            <a:ext cx="21945" cy="21945"/>
          </a:xfrm>
          <a:prstGeom prst="ellipse">
            <a:avLst/>
          </a:prstGeom>
          <a:solidFill>
            <a:srgbClr val="3A385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6911317" y="1008476"/>
            <a:ext cx="12801" cy="12801"/>
          </a:xfrm>
          <a:prstGeom prst="ellipse">
            <a:avLst/>
          </a:prstGeom>
          <a:solidFill>
            <a:srgbClr val="3A39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Oval 17"/>
          <p:cNvSpPr/>
          <p:nvPr/>
        </p:nvSpPr>
        <p:spPr>
          <a:xfrm>
            <a:off x="357137" y="1119634"/>
            <a:ext cx="21945" cy="21945"/>
          </a:xfrm>
          <a:prstGeom prst="ellipse">
            <a:avLst/>
          </a:prstGeom>
          <a:solidFill>
            <a:srgbClr val="3735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4602036" y="4886298"/>
            <a:ext cx="21945" cy="21945"/>
          </a:xfrm>
          <a:prstGeom prst="ellipse">
            <a:avLst/>
          </a:prstGeom>
          <a:solidFill>
            <a:srgbClr val="2526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Oval 19"/>
          <p:cNvSpPr/>
          <p:nvPr/>
        </p:nvSpPr>
        <p:spPr>
          <a:xfrm>
            <a:off x="11584999" y="5689748"/>
            <a:ext cx="16459" cy="16459"/>
          </a:xfrm>
          <a:prstGeom prst="ellipse">
            <a:avLst/>
          </a:prstGeom>
          <a:solidFill>
            <a:srgbClr val="2223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2730999" y="5893593"/>
            <a:ext cx="21945" cy="21945"/>
          </a:xfrm>
          <a:prstGeom prst="ellipse">
            <a:avLst/>
          </a:prstGeom>
          <a:solidFill>
            <a:srgbClr val="3B395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Oval 21"/>
          <p:cNvSpPr/>
          <p:nvPr/>
        </p:nvSpPr>
        <p:spPr>
          <a:xfrm>
            <a:off x="3755420" y="5064295"/>
            <a:ext cx="12801" cy="12801"/>
          </a:xfrm>
          <a:prstGeom prst="ellipse">
            <a:avLst/>
          </a:prstGeom>
          <a:solidFill>
            <a:srgbClr val="45426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Oval 22"/>
          <p:cNvSpPr/>
          <p:nvPr/>
        </p:nvSpPr>
        <p:spPr>
          <a:xfrm>
            <a:off x="11388970" y="5377111"/>
            <a:ext cx="16459" cy="16459"/>
          </a:xfrm>
          <a:prstGeom prst="ellipse">
            <a:avLst/>
          </a:prstGeom>
          <a:solidFill>
            <a:srgbClr val="4B476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3943108" y="777014"/>
            <a:ext cx="16459" cy="16459"/>
          </a:xfrm>
          <a:prstGeom prst="ellipse">
            <a:avLst/>
          </a:prstGeom>
          <a:solidFill>
            <a:srgbClr val="48456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Oval 24"/>
          <p:cNvSpPr/>
          <p:nvPr/>
        </p:nvSpPr>
        <p:spPr>
          <a:xfrm>
            <a:off x="11119499" y="927252"/>
            <a:ext cx="16459" cy="16459"/>
          </a:xfrm>
          <a:prstGeom prst="ellipse">
            <a:avLst/>
          </a:prstGeom>
          <a:solidFill>
            <a:srgbClr val="3231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Oval 25"/>
          <p:cNvSpPr/>
          <p:nvPr/>
        </p:nvSpPr>
        <p:spPr>
          <a:xfrm>
            <a:off x="11638438" y="2752094"/>
            <a:ext cx="16459" cy="16459"/>
          </a:xfrm>
          <a:prstGeom prst="ellipse">
            <a:avLst/>
          </a:prstGeom>
          <a:solidFill>
            <a:srgbClr val="2E2E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4573392" y="5286746"/>
            <a:ext cx="12801" cy="12801"/>
          </a:xfrm>
          <a:prstGeom prst="ellipse">
            <a:avLst/>
          </a:prstGeom>
          <a:solidFill>
            <a:srgbClr val="2C2C4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Oval 27"/>
          <p:cNvSpPr/>
          <p:nvPr/>
        </p:nvSpPr>
        <p:spPr>
          <a:xfrm>
            <a:off x="7607010" y="3611460"/>
            <a:ext cx="12801" cy="12801"/>
          </a:xfrm>
          <a:prstGeom prst="ellipse">
            <a:avLst/>
          </a:prstGeom>
          <a:solidFill>
            <a:srgbClr val="2D2D4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8879767" y="3276440"/>
            <a:ext cx="16459" cy="16459"/>
          </a:xfrm>
          <a:prstGeom prst="ellipse">
            <a:avLst/>
          </a:prstGeom>
          <a:solidFill>
            <a:srgbClr val="2D2C4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Oval 29"/>
          <p:cNvSpPr/>
          <p:nvPr/>
        </p:nvSpPr>
        <p:spPr>
          <a:xfrm>
            <a:off x="9657806" y="1146795"/>
            <a:ext cx="21945" cy="21945"/>
          </a:xfrm>
          <a:prstGeom prst="ellipse">
            <a:avLst/>
          </a:prstGeom>
          <a:solidFill>
            <a:srgbClr val="2D2C4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Oval 30"/>
          <p:cNvSpPr/>
          <p:nvPr/>
        </p:nvSpPr>
        <p:spPr>
          <a:xfrm>
            <a:off x="8998100" y="5582609"/>
            <a:ext cx="21945" cy="21945"/>
          </a:xfrm>
          <a:prstGeom prst="ellipse">
            <a:avLst/>
          </a:prstGeom>
          <a:solidFill>
            <a:srgbClr val="1F20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Oval 31"/>
          <p:cNvSpPr/>
          <p:nvPr/>
        </p:nvSpPr>
        <p:spPr>
          <a:xfrm>
            <a:off x="6578603" y="4677271"/>
            <a:ext cx="21945" cy="21945"/>
          </a:xfrm>
          <a:prstGeom prst="ellipse">
            <a:avLst/>
          </a:prstGeom>
          <a:solidFill>
            <a:srgbClr val="46436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Oval 32"/>
          <p:cNvSpPr/>
          <p:nvPr/>
        </p:nvSpPr>
        <p:spPr>
          <a:xfrm>
            <a:off x="6052256" y="4777992"/>
            <a:ext cx="21945" cy="21945"/>
          </a:xfrm>
          <a:prstGeom prst="ellipse">
            <a:avLst/>
          </a:prstGeom>
          <a:solidFill>
            <a:srgbClr val="3E3C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2685741" y="2778306"/>
            <a:ext cx="21945" cy="21945"/>
          </a:xfrm>
          <a:prstGeom prst="ellipse">
            <a:avLst/>
          </a:prstGeom>
          <a:solidFill>
            <a:srgbClr val="3D3B5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Oval 34"/>
          <p:cNvSpPr/>
          <p:nvPr/>
        </p:nvSpPr>
        <p:spPr>
          <a:xfrm>
            <a:off x="7628514" y="761096"/>
            <a:ext cx="12801" cy="12801"/>
          </a:xfrm>
          <a:prstGeom prst="ellipse">
            <a:avLst/>
          </a:prstGeom>
          <a:solidFill>
            <a:srgbClr val="4A46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Oval 35"/>
          <p:cNvSpPr/>
          <p:nvPr/>
        </p:nvSpPr>
        <p:spPr>
          <a:xfrm>
            <a:off x="3709809" y="4896305"/>
            <a:ext cx="21945" cy="21945"/>
          </a:xfrm>
          <a:prstGeom prst="ellipse">
            <a:avLst/>
          </a:prstGeom>
          <a:solidFill>
            <a:srgbClr val="38375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Oval 36"/>
          <p:cNvSpPr/>
          <p:nvPr/>
        </p:nvSpPr>
        <p:spPr>
          <a:xfrm>
            <a:off x="10536754" y="4102094"/>
            <a:ext cx="16459" cy="16459"/>
          </a:xfrm>
          <a:prstGeom prst="ellipse">
            <a:avLst/>
          </a:prstGeom>
          <a:solidFill>
            <a:srgbClr val="4A47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Oval 37"/>
          <p:cNvSpPr/>
          <p:nvPr/>
        </p:nvSpPr>
        <p:spPr>
          <a:xfrm>
            <a:off x="10420512" y="4569282"/>
            <a:ext cx="21945" cy="21945"/>
          </a:xfrm>
          <a:prstGeom prst="ellipse">
            <a:avLst/>
          </a:prstGeom>
          <a:solidFill>
            <a:srgbClr val="3735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Oval 38"/>
          <p:cNvSpPr/>
          <p:nvPr/>
        </p:nvSpPr>
        <p:spPr>
          <a:xfrm>
            <a:off x="11700957" y="4924321"/>
            <a:ext cx="16459" cy="16459"/>
          </a:xfrm>
          <a:prstGeom prst="ellipse">
            <a:avLst/>
          </a:prstGeom>
          <a:solidFill>
            <a:srgbClr val="2B2B4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Oval 39"/>
          <p:cNvSpPr/>
          <p:nvPr/>
        </p:nvSpPr>
        <p:spPr>
          <a:xfrm>
            <a:off x="5450764" y="3196848"/>
            <a:ext cx="16459" cy="16459"/>
          </a:xfrm>
          <a:prstGeom prst="ellipse">
            <a:avLst/>
          </a:prstGeom>
          <a:solidFill>
            <a:srgbClr val="45426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Oval 40"/>
          <p:cNvSpPr/>
          <p:nvPr/>
        </p:nvSpPr>
        <p:spPr>
          <a:xfrm>
            <a:off x="9624189" y="1691293"/>
            <a:ext cx="12801" cy="12801"/>
          </a:xfrm>
          <a:prstGeom prst="ellipse">
            <a:avLst/>
          </a:prstGeom>
          <a:solidFill>
            <a:srgbClr val="2324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Oval 41"/>
          <p:cNvSpPr/>
          <p:nvPr/>
        </p:nvSpPr>
        <p:spPr>
          <a:xfrm>
            <a:off x="9318002" y="724537"/>
            <a:ext cx="16459" cy="16459"/>
          </a:xfrm>
          <a:prstGeom prst="ellipse">
            <a:avLst/>
          </a:prstGeom>
          <a:solidFill>
            <a:srgbClr val="39375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Oval 42"/>
          <p:cNvSpPr/>
          <p:nvPr/>
        </p:nvSpPr>
        <p:spPr>
          <a:xfrm>
            <a:off x="4958506" y="5967254"/>
            <a:ext cx="12801" cy="12801"/>
          </a:xfrm>
          <a:prstGeom prst="ellipse">
            <a:avLst/>
          </a:prstGeom>
          <a:solidFill>
            <a:srgbClr val="49466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Oval 43"/>
          <p:cNvSpPr/>
          <p:nvPr/>
        </p:nvSpPr>
        <p:spPr>
          <a:xfrm>
            <a:off x="4364741" y="1086571"/>
            <a:ext cx="12801" cy="12801"/>
          </a:xfrm>
          <a:prstGeom prst="ellipse">
            <a:avLst/>
          </a:prstGeom>
          <a:solidFill>
            <a:srgbClr val="2122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Oval 44"/>
          <p:cNvSpPr/>
          <p:nvPr/>
        </p:nvSpPr>
        <p:spPr>
          <a:xfrm>
            <a:off x="11883129" y="4115339"/>
            <a:ext cx="21945" cy="21945"/>
          </a:xfrm>
          <a:prstGeom prst="ellipse">
            <a:avLst/>
          </a:prstGeom>
          <a:solidFill>
            <a:srgbClr val="2626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Oval 45"/>
          <p:cNvSpPr/>
          <p:nvPr/>
        </p:nvSpPr>
        <p:spPr>
          <a:xfrm>
            <a:off x="4989937" y="4423972"/>
            <a:ext cx="21945" cy="21945"/>
          </a:xfrm>
          <a:prstGeom prst="ellipse">
            <a:avLst/>
          </a:prstGeom>
          <a:solidFill>
            <a:srgbClr val="49456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Oval 46"/>
          <p:cNvSpPr/>
          <p:nvPr/>
        </p:nvSpPr>
        <p:spPr>
          <a:xfrm>
            <a:off x="3310120" y="1124302"/>
            <a:ext cx="16459" cy="16459"/>
          </a:xfrm>
          <a:prstGeom prst="ellipse">
            <a:avLst/>
          </a:prstGeom>
          <a:solidFill>
            <a:srgbClr val="3C3A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Oval 47"/>
          <p:cNvSpPr/>
          <p:nvPr/>
        </p:nvSpPr>
        <p:spPr>
          <a:xfrm>
            <a:off x="1655119" y="3655711"/>
            <a:ext cx="21945" cy="21945"/>
          </a:xfrm>
          <a:prstGeom prst="ellipse">
            <a:avLst/>
          </a:prstGeom>
          <a:solidFill>
            <a:srgbClr val="4C487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Oval 48"/>
          <p:cNvSpPr/>
          <p:nvPr/>
        </p:nvSpPr>
        <p:spPr>
          <a:xfrm>
            <a:off x="8211065" y="5979513"/>
            <a:ext cx="16459" cy="16459"/>
          </a:xfrm>
          <a:prstGeom prst="ellipse">
            <a:avLst/>
          </a:prstGeom>
          <a:solidFill>
            <a:srgbClr val="2A2A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Oval 49"/>
          <p:cNvSpPr/>
          <p:nvPr/>
        </p:nvSpPr>
        <p:spPr>
          <a:xfrm>
            <a:off x="7100807" y="3138309"/>
            <a:ext cx="21945" cy="21945"/>
          </a:xfrm>
          <a:prstGeom prst="ellipse">
            <a:avLst/>
          </a:prstGeom>
          <a:solidFill>
            <a:srgbClr val="3735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Oval 50"/>
          <p:cNvSpPr/>
          <p:nvPr/>
        </p:nvSpPr>
        <p:spPr>
          <a:xfrm>
            <a:off x="1792974" y="1075248"/>
            <a:ext cx="16459" cy="16459"/>
          </a:xfrm>
          <a:prstGeom prst="ellipse">
            <a:avLst/>
          </a:prstGeom>
          <a:solidFill>
            <a:srgbClr val="43406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Oval 51"/>
          <p:cNvSpPr/>
          <p:nvPr/>
        </p:nvSpPr>
        <p:spPr>
          <a:xfrm>
            <a:off x="7653611" y="3508112"/>
            <a:ext cx="12801" cy="12801"/>
          </a:xfrm>
          <a:prstGeom prst="ellipse">
            <a:avLst/>
          </a:prstGeom>
          <a:solidFill>
            <a:srgbClr val="2425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Oval 52"/>
          <p:cNvSpPr/>
          <p:nvPr/>
        </p:nvSpPr>
        <p:spPr>
          <a:xfrm>
            <a:off x="1252895" y="2280850"/>
            <a:ext cx="16459" cy="16459"/>
          </a:xfrm>
          <a:prstGeom prst="ellipse">
            <a:avLst/>
          </a:prstGeom>
          <a:solidFill>
            <a:srgbClr val="4D497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Oval 53"/>
          <p:cNvSpPr/>
          <p:nvPr/>
        </p:nvSpPr>
        <p:spPr>
          <a:xfrm>
            <a:off x="7909477" y="4264533"/>
            <a:ext cx="16459" cy="16459"/>
          </a:xfrm>
          <a:prstGeom prst="ellipse">
            <a:avLst/>
          </a:prstGeom>
          <a:solidFill>
            <a:srgbClr val="2C2C4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Oval 54"/>
          <p:cNvSpPr/>
          <p:nvPr/>
        </p:nvSpPr>
        <p:spPr>
          <a:xfrm>
            <a:off x="4770844" y="6448011"/>
            <a:ext cx="16459" cy="16459"/>
          </a:xfrm>
          <a:prstGeom prst="ellipse">
            <a:avLst/>
          </a:prstGeom>
          <a:solidFill>
            <a:srgbClr val="413F6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Oval 55"/>
          <p:cNvSpPr/>
          <p:nvPr/>
        </p:nvSpPr>
        <p:spPr>
          <a:xfrm>
            <a:off x="4457778" y="2335179"/>
            <a:ext cx="21945" cy="21945"/>
          </a:xfrm>
          <a:prstGeom prst="ellipse">
            <a:avLst/>
          </a:prstGeom>
          <a:solidFill>
            <a:srgbClr val="2D2D4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 name="Oval 56"/>
          <p:cNvSpPr/>
          <p:nvPr/>
        </p:nvSpPr>
        <p:spPr>
          <a:xfrm>
            <a:off x="1158961" y="2947144"/>
            <a:ext cx="16459" cy="16459"/>
          </a:xfrm>
          <a:prstGeom prst="ellipse">
            <a:avLst/>
          </a:prstGeom>
          <a:solidFill>
            <a:srgbClr val="2425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 name="Oval 57"/>
          <p:cNvSpPr/>
          <p:nvPr/>
        </p:nvSpPr>
        <p:spPr>
          <a:xfrm>
            <a:off x="10270905" y="2904252"/>
            <a:ext cx="12801" cy="12801"/>
          </a:xfrm>
          <a:prstGeom prst="ellipse">
            <a:avLst/>
          </a:prstGeom>
          <a:solidFill>
            <a:srgbClr val="2122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 name="Oval 58"/>
          <p:cNvSpPr/>
          <p:nvPr/>
        </p:nvSpPr>
        <p:spPr>
          <a:xfrm>
            <a:off x="7180616" y="657381"/>
            <a:ext cx="12801" cy="12801"/>
          </a:xfrm>
          <a:prstGeom prst="ellipse">
            <a:avLst/>
          </a:prstGeom>
          <a:solidFill>
            <a:srgbClr val="46436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 name="Oval 59"/>
          <p:cNvSpPr/>
          <p:nvPr/>
        </p:nvSpPr>
        <p:spPr>
          <a:xfrm>
            <a:off x="1066577" y="4754607"/>
            <a:ext cx="12801" cy="12801"/>
          </a:xfrm>
          <a:prstGeom prst="ellipse">
            <a:avLst/>
          </a:prstGeom>
          <a:solidFill>
            <a:srgbClr val="2627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 name="Oval 60"/>
          <p:cNvSpPr/>
          <p:nvPr/>
        </p:nvSpPr>
        <p:spPr>
          <a:xfrm>
            <a:off x="5295162" y="4469546"/>
            <a:ext cx="12801" cy="12801"/>
          </a:xfrm>
          <a:prstGeom prst="ellipse">
            <a:avLst/>
          </a:prstGeom>
          <a:solidFill>
            <a:srgbClr val="38375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 name="Oval 61"/>
          <p:cNvSpPr/>
          <p:nvPr/>
        </p:nvSpPr>
        <p:spPr>
          <a:xfrm>
            <a:off x="8516223" y="3224930"/>
            <a:ext cx="12801" cy="12801"/>
          </a:xfrm>
          <a:prstGeom prst="ellipse">
            <a:avLst/>
          </a:prstGeom>
          <a:solidFill>
            <a:srgbClr val="3B395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 name="Oval 62"/>
          <p:cNvSpPr/>
          <p:nvPr/>
        </p:nvSpPr>
        <p:spPr>
          <a:xfrm>
            <a:off x="8308561" y="4009933"/>
            <a:ext cx="21945" cy="21945"/>
          </a:xfrm>
          <a:prstGeom prst="ellipse">
            <a:avLst/>
          </a:prstGeom>
          <a:solidFill>
            <a:srgbClr val="47446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 name="Oval 63"/>
          <p:cNvSpPr/>
          <p:nvPr/>
        </p:nvSpPr>
        <p:spPr>
          <a:xfrm>
            <a:off x="1902989" y="6034267"/>
            <a:ext cx="12801" cy="12801"/>
          </a:xfrm>
          <a:prstGeom prst="ellipse">
            <a:avLst/>
          </a:prstGeom>
          <a:solidFill>
            <a:srgbClr val="3635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 name="Oval 64"/>
          <p:cNvSpPr/>
          <p:nvPr/>
        </p:nvSpPr>
        <p:spPr>
          <a:xfrm>
            <a:off x="9221123" y="2450434"/>
            <a:ext cx="21945" cy="21945"/>
          </a:xfrm>
          <a:prstGeom prst="ellipse">
            <a:avLst/>
          </a:prstGeom>
          <a:solidFill>
            <a:srgbClr val="4A47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6" name="Oval 65"/>
          <p:cNvSpPr/>
          <p:nvPr/>
        </p:nvSpPr>
        <p:spPr>
          <a:xfrm>
            <a:off x="3844901" y="2358963"/>
            <a:ext cx="16459" cy="16459"/>
          </a:xfrm>
          <a:prstGeom prst="ellipse">
            <a:avLst/>
          </a:prstGeom>
          <a:solidFill>
            <a:srgbClr val="49456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7" name="TextBox 66"/>
          <p:cNvSpPr txBox="1"/>
          <p:nvPr/>
        </p:nvSpPr>
        <p:spPr>
          <a:xfrm>
            <a:off x="530352" y="320040"/>
            <a:ext cx="3383280" cy="201168"/>
          </a:xfrm>
          <a:prstGeom prst="rect">
            <a:avLst/>
          </a:prstGeom>
          <a:noFill/>
        </p:spPr>
        <p:txBody>
          <a:bodyPr wrap="square" lIns="0" rIns="0" tIns="0" bIns="0" anchor="t">
            <a:spAutoFit/>
          </a:bodyPr>
          <a:lstStyle/>
          <a:p>
            <a:pPr algn="l">
              <a:spcBef>
                <a:spcPts val="0"/>
              </a:spcBef>
              <a:spcAft>
                <a:spcPts val="300"/>
              </a:spcAft>
              <a:defRPr sz="1000" b="1">
                <a:solidFill>
                  <a:srgbClr val="F4F2FF"/>
                </a:solidFill>
                <a:latin typeface="Arial"/>
              </a:defRPr>
            </a:pPr>
            <a:r>
              <a:t>E C H O S P H E R E</a:t>
            </a:r>
          </a:p>
        </p:txBody>
      </p:sp>
      <p:sp>
        <p:nvSpPr>
          <p:cNvPr id="68" name="TextBox 67"/>
          <p:cNvSpPr txBox="1"/>
          <p:nvPr/>
        </p:nvSpPr>
        <p:spPr>
          <a:xfrm>
            <a:off x="5669280" y="320040"/>
            <a:ext cx="5989320" cy="201168"/>
          </a:xfrm>
          <a:prstGeom prst="rect">
            <a:avLst/>
          </a:prstGeom>
          <a:noFill/>
        </p:spPr>
        <p:txBody>
          <a:bodyPr wrap="square" lIns="0" rIns="0" tIns="0" bIns="0" anchor="t">
            <a:spAutoFit/>
          </a:bodyPr>
          <a:lstStyle/>
          <a:p>
            <a:pPr algn="r">
              <a:spcBef>
                <a:spcPts val="0"/>
              </a:spcBef>
              <a:spcAft>
                <a:spcPts val="300"/>
              </a:spcAft>
              <a:defRPr sz="1000" b="0">
                <a:solidFill>
                  <a:srgbClr val="B2B9D0"/>
                </a:solidFill>
                <a:latin typeface="Arial"/>
              </a:defRPr>
            </a:pPr>
            <a:r>
              <a:t>TWO INPUTS · TWO STORY RESPONSES</a:t>
            </a:r>
          </a:p>
        </p:txBody>
      </p:sp>
      <p:cxnSp>
        <p:nvCxnSpPr>
          <p:cNvPr id="69" name="Connector 68"/>
          <p:cNvCxnSpPr/>
          <p:nvPr/>
        </p:nvCxnSpPr>
        <p:spPr>
          <a:xfrm>
            <a:off x="530352" y="722376"/>
            <a:ext cx="11128248" cy="0"/>
          </a:xfrm>
          <a:prstGeom prst="line">
            <a:avLst/>
          </a:prstGeom>
          <a:ln w="8255">
            <a:solidFill>
              <a:srgbClr val="29324C"/>
            </a:solidFill>
          </a:ln>
        </p:spPr>
        <p:style>
          <a:lnRef idx="2">
            <a:schemeClr val="accent1"/>
          </a:lnRef>
          <a:fillRef idx="0">
            <a:schemeClr val="accent1"/>
          </a:fillRef>
          <a:effectRef idx="1">
            <a:schemeClr val="accent1"/>
          </a:effectRef>
          <a:fontRef idx="minor">
            <a:schemeClr val="tx1"/>
          </a:fontRef>
        </p:style>
      </p:cxnSp>
      <p:sp>
        <p:nvSpPr>
          <p:cNvPr id="70" name="Rectangle 69"/>
          <p:cNvSpPr/>
          <p:nvPr/>
        </p:nvSpPr>
        <p:spPr>
          <a:xfrm>
            <a:off x="530352" y="6510528"/>
            <a:ext cx="201168" cy="22860"/>
          </a:xfrm>
          <a:prstGeom prst="rect">
            <a:avLst/>
          </a:prstGeom>
          <a:solidFill>
            <a:srgbClr val="2932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1" name="Rectangle 70"/>
          <p:cNvSpPr/>
          <p:nvPr/>
        </p:nvSpPr>
        <p:spPr>
          <a:xfrm>
            <a:off x="813815" y="6510528"/>
            <a:ext cx="201168" cy="22860"/>
          </a:xfrm>
          <a:prstGeom prst="rect">
            <a:avLst/>
          </a:prstGeom>
          <a:solidFill>
            <a:srgbClr val="2932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2" name="Rectangle 71"/>
          <p:cNvSpPr/>
          <p:nvPr/>
        </p:nvSpPr>
        <p:spPr>
          <a:xfrm>
            <a:off x="1097280" y="6510528"/>
            <a:ext cx="201168" cy="22860"/>
          </a:xfrm>
          <a:prstGeom prst="rect">
            <a:avLst/>
          </a:prstGeom>
          <a:solidFill>
            <a:srgbClr val="2932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3" name="Rectangle 72"/>
          <p:cNvSpPr/>
          <p:nvPr/>
        </p:nvSpPr>
        <p:spPr>
          <a:xfrm>
            <a:off x="1380743" y="6510528"/>
            <a:ext cx="201168" cy="22860"/>
          </a:xfrm>
          <a:prstGeom prst="rect">
            <a:avLst/>
          </a:prstGeom>
          <a:solidFill>
            <a:srgbClr val="2932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4" name="Rectangle 73"/>
          <p:cNvSpPr/>
          <p:nvPr/>
        </p:nvSpPr>
        <p:spPr>
          <a:xfrm>
            <a:off x="1664207" y="6510528"/>
            <a:ext cx="201168" cy="22860"/>
          </a:xfrm>
          <a:prstGeom prst="rect">
            <a:avLst/>
          </a:prstGeom>
          <a:solidFill>
            <a:srgbClr val="2932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5" name="Rectangle 74"/>
          <p:cNvSpPr/>
          <p:nvPr/>
        </p:nvSpPr>
        <p:spPr>
          <a:xfrm>
            <a:off x="1947672" y="6510528"/>
            <a:ext cx="201168" cy="22860"/>
          </a:xfrm>
          <a:prstGeom prst="rect">
            <a:avLst/>
          </a:prstGeom>
          <a:solidFill>
            <a:srgbClr val="BCAB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6" name="TextBox 75"/>
          <p:cNvSpPr txBox="1"/>
          <p:nvPr/>
        </p:nvSpPr>
        <p:spPr>
          <a:xfrm>
            <a:off x="2743200" y="6409944"/>
            <a:ext cx="6583680" cy="210312"/>
          </a:xfrm>
          <a:prstGeom prst="rect">
            <a:avLst/>
          </a:prstGeom>
          <a:noFill/>
        </p:spPr>
        <p:txBody>
          <a:bodyPr wrap="square" lIns="0" rIns="0" tIns="0" bIns="0" anchor="t">
            <a:spAutoFit/>
          </a:bodyPr>
          <a:lstStyle/>
          <a:p>
            <a:pPr algn="l">
              <a:spcBef>
                <a:spcPts val="0"/>
              </a:spcBef>
              <a:spcAft>
                <a:spcPts val="300"/>
              </a:spcAft>
              <a:defRPr sz="900" b="0">
                <a:solidFill>
                  <a:srgbClr val="B2B9D0"/>
                </a:solidFill>
                <a:latin typeface="Arial"/>
              </a:defRPr>
            </a:pPr>
            <a:r>
              <a:t>AMD DEVELOPER HACKATHON ACT 3  /  TRACK 4</a:t>
            </a:r>
          </a:p>
        </p:txBody>
      </p:sp>
      <p:sp>
        <p:nvSpPr>
          <p:cNvPr id="77" name="TextBox 76"/>
          <p:cNvSpPr txBox="1"/>
          <p:nvPr/>
        </p:nvSpPr>
        <p:spPr>
          <a:xfrm>
            <a:off x="10835640" y="6409944"/>
            <a:ext cx="822960" cy="210312"/>
          </a:xfrm>
          <a:prstGeom prst="rect">
            <a:avLst/>
          </a:prstGeom>
          <a:noFill/>
        </p:spPr>
        <p:txBody>
          <a:bodyPr wrap="square" lIns="0" rIns="0" tIns="0" bIns="0" anchor="t">
            <a:spAutoFit/>
          </a:bodyPr>
          <a:lstStyle/>
          <a:p>
            <a:pPr algn="r">
              <a:spcBef>
                <a:spcPts val="0"/>
              </a:spcBef>
              <a:spcAft>
                <a:spcPts val="300"/>
              </a:spcAft>
              <a:defRPr sz="1000" b="0">
                <a:solidFill>
                  <a:srgbClr val="B2B9D0"/>
                </a:solidFill>
                <a:latin typeface="Arial"/>
              </a:defRPr>
            </a:pPr>
            <a:r>
              <a:t>06 / 06</a:t>
            </a:r>
          </a:p>
        </p:txBody>
      </p:sp>
      <p:sp>
        <p:nvSpPr>
          <p:cNvPr id="78" name="TextBox 77"/>
          <p:cNvSpPr txBox="1"/>
          <p:nvPr/>
        </p:nvSpPr>
        <p:spPr>
          <a:xfrm>
            <a:off x="594360" y="1060704"/>
            <a:ext cx="10972800" cy="777240"/>
          </a:xfrm>
          <a:prstGeom prst="rect">
            <a:avLst/>
          </a:prstGeom>
          <a:noFill/>
        </p:spPr>
        <p:txBody>
          <a:bodyPr wrap="square" lIns="0" rIns="0" tIns="0" bIns="0" anchor="t">
            <a:spAutoFit/>
          </a:bodyPr>
          <a:lstStyle/>
          <a:p>
            <a:pPr algn="l">
              <a:spcBef>
                <a:spcPts val="0"/>
              </a:spcBef>
              <a:spcAft>
                <a:spcPts val="300"/>
              </a:spcAft>
              <a:defRPr sz="3900" b="1">
                <a:solidFill>
                  <a:srgbClr val="F4F2FF"/>
                </a:solidFill>
                <a:latin typeface="Arial"/>
              </a:defRPr>
            </a:pPr>
            <a:r>
              <a:t>Turn listening into participation.</a:t>
            </a:r>
          </a:p>
        </p:txBody>
      </p:sp>
      <p:sp>
        <p:nvSpPr>
          <p:cNvPr id="79" name="Rounded Rectangle 78"/>
          <p:cNvSpPr/>
          <p:nvPr/>
        </p:nvSpPr>
        <p:spPr>
          <a:xfrm>
            <a:off x="640080" y="2249424"/>
            <a:ext cx="5248656" cy="2478024"/>
          </a:xfrm>
          <a:prstGeom prst="roundRect">
            <a:avLst>
              <a:gd name="adj" fmla="val 9000"/>
            </a:avLst>
          </a:prstGeom>
          <a:solidFill>
            <a:srgbClr val="11182A"/>
          </a:solidFill>
          <a:ln w="10160">
            <a:solidFill>
              <a:srgbClr val="29324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0" name="TextBox 79"/>
          <p:cNvSpPr txBox="1"/>
          <p:nvPr/>
        </p:nvSpPr>
        <p:spPr>
          <a:xfrm>
            <a:off x="886968" y="2505456"/>
            <a:ext cx="4754880" cy="237744"/>
          </a:xfrm>
          <a:prstGeom prst="rect">
            <a:avLst/>
          </a:prstGeom>
          <a:noFill/>
        </p:spPr>
        <p:txBody>
          <a:bodyPr wrap="square" lIns="0" rIns="0" tIns="0" bIns="0" anchor="t">
            <a:spAutoFit/>
          </a:bodyPr>
          <a:lstStyle/>
          <a:p>
            <a:pPr algn="l">
              <a:spcBef>
                <a:spcPts val="0"/>
              </a:spcBef>
              <a:spcAft>
                <a:spcPts val="300"/>
              </a:spcAft>
              <a:defRPr sz="1100" b="1">
                <a:solidFill>
                  <a:srgbClr val="86DAF2"/>
                </a:solidFill>
                <a:latin typeface="Arial"/>
              </a:defRPr>
            </a:pPr>
            <a:r>
              <a:t>QUIET DISCOVERY</a:t>
            </a:r>
          </a:p>
        </p:txBody>
      </p:sp>
      <p:sp>
        <p:nvSpPr>
          <p:cNvPr id="81" name="TextBox 80"/>
          <p:cNvSpPr txBox="1"/>
          <p:nvPr/>
        </p:nvSpPr>
        <p:spPr>
          <a:xfrm>
            <a:off x="886968" y="2971800"/>
            <a:ext cx="4754880" cy="731520"/>
          </a:xfrm>
          <a:prstGeom prst="rect">
            <a:avLst/>
          </a:prstGeom>
          <a:noFill/>
        </p:spPr>
        <p:txBody>
          <a:bodyPr wrap="square" lIns="0" rIns="0" tIns="0" bIns="0" anchor="t">
            <a:spAutoFit/>
          </a:bodyPr>
          <a:lstStyle/>
          <a:p>
            <a:pPr algn="l">
              <a:spcBef>
                <a:spcPts val="0"/>
              </a:spcBef>
              <a:spcAft>
                <a:spcPts val="300"/>
              </a:spcAft>
              <a:defRPr sz="2200" b="1">
                <a:solidFill>
                  <a:srgbClr val="F4F2FF"/>
                </a:solidFill>
                <a:latin typeface="Arial"/>
              </a:defRPr>
            </a:pPr>
            <a:r>
              <a:t>“Please stay beside me</a:t>
            </a:r>
          </a:p>
          <a:p>
            <a:pPr algn="l">
              <a:spcBef>
                <a:spcPts val="0"/>
              </a:spcBef>
              <a:spcAft>
                <a:spcPts val="300"/>
              </a:spcAft>
              <a:defRPr sz="2200" b="1">
                <a:solidFill>
                  <a:srgbClr val="F4F2FF"/>
                </a:solidFill>
                <a:latin typeface="Arial"/>
              </a:defRPr>
            </a:pPr>
            <a:r>
              <a:t>and speak softly.”</a:t>
            </a:r>
          </a:p>
        </p:txBody>
      </p:sp>
      <p:sp>
        <p:nvSpPr>
          <p:cNvPr id="82" name="TextBox 81"/>
          <p:cNvSpPr txBox="1"/>
          <p:nvPr/>
        </p:nvSpPr>
        <p:spPr>
          <a:xfrm>
            <a:off x="886968" y="3968496"/>
            <a:ext cx="4754880" cy="594360"/>
          </a:xfrm>
          <a:prstGeom prst="rect">
            <a:avLst/>
          </a:prstGeom>
          <a:noFill/>
        </p:spPr>
        <p:txBody>
          <a:bodyPr wrap="square" lIns="0" rIns="0" tIns="0" bIns="0" anchor="t">
            <a:spAutoFit/>
          </a:bodyPr>
          <a:lstStyle/>
          <a:p>
            <a:pPr algn="l">
              <a:spcBef>
                <a:spcPts val="0"/>
              </a:spcBef>
              <a:spcAft>
                <a:spcPts val="300"/>
              </a:spcAft>
              <a:defRPr sz="1600" b="0">
                <a:solidFill>
                  <a:srgbClr val="86DAF2"/>
                </a:solidFill>
                <a:latin typeface="Arial"/>
              </a:defRPr>
            </a:pPr>
            <a:r>
              <a:t>Guide close by</a:t>
            </a:r>
          </a:p>
          <a:p>
            <a:pPr algn="l">
              <a:spcBef>
                <a:spcPts val="0"/>
              </a:spcBef>
              <a:spcAft>
                <a:spcPts val="300"/>
              </a:spcAft>
              <a:defRPr sz="1600" b="0">
                <a:solidFill>
                  <a:srgbClr val="86DAF2"/>
                </a:solidFill>
                <a:latin typeface="Arial"/>
              </a:defRPr>
            </a:pPr>
            <a:r>
              <a:t>0.65 m placement preset</a:t>
            </a:r>
          </a:p>
        </p:txBody>
      </p:sp>
      <p:sp>
        <p:nvSpPr>
          <p:cNvPr id="83" name="Rounded Rectangle 82"/>
          <p:cNvSpPr/>
          <p:nvPr/>
        </p:nvSpPr>
        <p:spPr>
          <a:xfrm>
            <a:off x="6300216" y="2249424"/>
            <a:ext cx="5248656" cy="2478024"/>
          </a:xfrm>
          <a:prstGeom prst="roundRect">
            <a:avLst>
              <a:gd name="adj" fmla="val 9000"/>
            </a:avLst>
          </a:prstGeom>
          <a:solidFill>
            <a:srgbClr val="11182A"/>
          </a:solidFill>
          <a:ln w="10160">
            <a:solidFill>
              <a:srgbClr val="29324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4" name="TextBox 83"/>
          <p:cNvSpPr txBox="1"/>
          <p:nvPr/>
        </p:nvSpPr>
        <p:spPr>
          <a:xfrm>
            <a:off x="6547104" y="2505456"/>
            <a:ext cx="4754880" cy="237744"/>
          </a:xfrm>
          <a:prstGeom prst="rect">
            <a:avLst/>
          </a:prstGeom>
          <a:noFill/>
        </p:spPr>
        <p:txBody>
          <a:bodyPr wrap="square" lIns="0" rIns="0" tIns="0" bIns="0" anchor="t">
            <a:spAutoFit/>
          </a:bodyPr>
          <a:lstStyle/>
          <a:p>
            <a:pPr algn="l">
              <a:spcBef>
                <a:spcPts val="0"/>
              </a:spcBef>
              <a:spcAft>
                <a:spcPts val="300"/>
              </a:spcAft>
              <a:defRPr sz="1100" b="1">
                <a:solidFill>
                  <a:srgbClr val="BCABFF"/>
                </a:solidFill>
                <a:latin typeface="Arial"/>
              </a:defRPr>
            </a:pPr>
            <a:r>
              <a:t>DISTANT ENCOUNTER</a:t>
            </a:r>
          </a:p>
        </p:txBody>
      </p:sp>
      <p:sp>
        <p:nvSpPr>
          <p:cNvPr id="85" name="TextBox 84"/>
          <p:cNvSpPr txBox="1"/>
          <p:nvPr/>
        </p:nvSpPr>
        <p:spPr>
          <a:xfrm>
            <a:off x="6547104" y="2971800"/>
            <a:ext cx="4754880" cy="731520"/>
          </a:xfrm>
          <a:prstGeom prst="rect">
            <a:avLst/>
          </a:prstGeom>
          <a:noFill/>
        </p:spPr>
        <p:txBody>
          <a:bodyPr wrap="square" lIns="0" rIns="0" tIns="0" bIns="0" anchor="t">
            <a:spAutoFit/>
          </a:bodyPr>
          <a:lstStyle/>
          <a:p>
            <a:pPr algn="l">
              <a:spcBef>
                <a:spcPts val="0"/>
              </a:spcBef>
              <a:spcAft>
                <a:spcPts val="300"/>
              </a:spcAft>
              <a:defRPr sz="2200" b="1">
                <a:solidFill>
                  <a:srgbClr val="F4F2FF"/>
                </a:solidFill>
                <a:latin typeface="Arial"/>
              </a:defRPr>
            </a:pPr>
            <a:r>
              <a:t>“Let a distant voice answer</a:t>
            </a:r>
          </a:p>
          <a:p>
            <a:pPr algn="l">
              <a:spcBef>
                <a:spcPts val="0"/>
              </a:spcBef>
              <a:spcAft>
                <a:spcPts val="300"/>
              </a:spcAft>
              <a:defRPr sz="2200" b="1">
                <a:solidFill>
                  <a:srgbClr val="F4F2FF"/>
                </a:solidFill>
                <a:latin typeface="Arial"/>
              </a:defRPr>
            </a:pPr>
            <a:r>
              <a:t>from the right.”</a:t>
            </a:r>
          </a:p>
        </p:txBody>
      </p:sp>
      <p:sp>
        <p:nvSpPr>
          <p:cNvPr id="86" name="TextBox 85"/>
          <p:cNvSpPr txBox="1"/>
          <p:nvPr/>
        </p:nvSpPr>
        <p:spPr>
          <a:xfrm>
            <a:off x="6547104" y="3968496"/>
            <a:ext cx="4754880" cy="594360"/>
          </a:xfrm>
          <a:prstGeom prst="rect">
            <a:avLst/>
          </a:prstGeom>
          <a:noFill/>
        </p:spPr>
        <p:txBody>
          <a:bodyPr wrap="square" lIns="0" rIns="0" tIns="0" bIns="0" anchor="t">
            <a:spAutoFit/>
          </a:bodyPr>
          <a:lstStyle/>
          <a:p>
            <a:pPr algn="l">
              <a:spcBef>
                <a:spcPts val="0"/>
              </a:spcBef>
              <a:spcAft>
                <a:spcPts val="300"/>
              </a:spcAft>
              <a:defRPr sz="1600" b="0">
                <a:solidFill>
                  <a:srgbClr val="BCABFF"/>
                </a:solidFill>
                <a:latin typeface="Arial"/>
              </a:defRPr>
            </a:pPr>
            <a:r>
              <a:t>Voice from the far right</a:t>
            </a:r>
          </a:p>
          <a:p>
            <a:pPr algn="l">
              <a:spcBef>
                <a:spcPts val="0"/>
              </a:spcBef>
              <a:spcAft>
                <a:spcPts val="300"/>
              </a:spcAft>
              <a:defRPr sz="1600" b="0">
                <a:solidFill>
                  <a:srgbClr val="BCABFF"/>
                </a:solidFill>
                <a:latin typeface="Arial"/>
              </a:defRPr>
            </a:pPr>
            <a:r>
              <a:t>7 m / 55° placement preset</a:t>
            </a:r>
          </a:p>
        </p:txBody>
      </p:sp>
      <p:sp>
        <p:nvSpPr>
          <p:cNvPr id="87" name="TextBox 86"/>
          <p:cNvSpPr txBox="1"/>
          <p:nvPr/>
        </p:nvSpPr>
        <p:spPr>
          <a:xfrm>
            <a:off x="667512" y="4928616"/>
            <a:ext cx="10881360" cy="274320"/>
          </a:xfrm>
          <a:prstGeom prst="rect">
            <a:avLst/>
          </a:prstGeom>
          <a:noFill/>
        </p:spPr>
        <p:txBody>
          <a:bodyPr wrap="square" lIns="0" rIns="0" tIns="0" bIns="0" anchor="t">
            <a:spAutoFit/>
          </a:bodyPr>
          <a:lstStyle/>
          <a:p>
            <a:pPr algn="l">
              <a:spcBef>
                <a:spcPts val="0"/>
              </a:spcBef>
              <a:spcAft>
                <a:spcPts val="300"/>
              </a:spcAft>
              <a:defRPr sz="1300" b="0">
                <a:solidFill>
                  <a:srgbClr val="B2B9D0"/>
                </a:solidFill>
                <a:latin typeface="Arial"/>
              </a:defRPr>
            </a:pPr>
            <a:r>
              <a:t>Real Evolus text responses + local placement decisions · Typed-input comparison</a:t>
            </a:r>
          </a:p>
        </p:txBody>
      </p:sp>
      <p:sp>
        <p:nvSpPr>
          <p:cNvPr id="88" name="TextBox 87"/>
          <p:cNvSpPr txBox="1"/>
          <p:nvPr/>
        </p:nvSpPr>
        <p:spPr>
          <a:xfrm>
            <a:off x="667512" y="5477256"/>
            <a:ext cx="5669280" cy="365760"/>
          </a:xfrm>
          <a:prstGeom prst="rect">
            <a:avLst/>
          </a:prstGeom>
          <a:noFill/>
        </p:spPr>
        <p:txBody>
          <a:bodyPr wrap="square" lIns="0" rIns="0" tIns="0" bIns="0" anchor="t">
            <a:spAutoFit/>
          </a:bodyPr>
          <a:lstStyle/>
          <a:p>
            <a:pPr algn="l">
              <a:spcBef>
                <a:spcPts val="0"/>
              </a:spcBef>
              <a:spcAft>
                <a:spcPts val="300"/>
              </a:spcAft>
              <a:defRPr sz="2200" b="1">
                <a:solidFill>
                  <a:srgbClr val="F4F2FF"/>
                </a:solidFill>
                <a:latin typeface="Arial"/>
              </a:defRPr>
            </a:pPr>
            <a:r>
              <a:t>54 automated tests pass</a:t>
            </a:r>
          </a:p>
        </p:txBody>
      </p:sp>
      <p:sp>
        <p:nvSpPr>
          <p:cNvPr id="89" name="TextBox 88"/>
          <p:cNvSpPr txBox="1"/>
          <p:nvPr/>
        </p:nvSpPr>
        <p:spPr>
          <a:xfrm>
            <a:off x="667512" y="5916168"/>
            <a:ext cx="8046720" cy="274320"/>
          </a:xfrm>
          <a:prstGeom prst="rect">
            <a:avLst/>
          </a:prstGeom>
          <a:noFill/>
        </p:spPr>
        <p:txBody>
          <a:bodyPr wrap="square" lIns="0" rIns="0" tIns="0" bIns="0" anchor="t">
            <a:spAutoFit/>
          </a:bodyPr>
          <a:lstStyle/>
          <a:p>
            <a:pPr algn="l">
              <a:spcBef>
                <a:spcPts val="0"/>
              </a:spcBef>
              <a:spcAft>
                <a:spcPts val="300"/>
              </a:spcAft>
              <a:defRPr sz="1300" b="0">
                <a:solidFill>
                  <a:srgbClr val="B2B9D0"/>
                </a:solidFill>
                <a:latin typeface="Arial"/>
              </a:defRPr>
            </a:pPr>
            <a:r>
              <a:t>Next validation: speech models + public HTTPS voice demo</a:t>
            </a:r>
          </a:p>
        </p:txBody>
      </p:sp>
      <p:sp>
        <p:nvSpPr>
          <p:cNvPr id="90" name="TextBox 89"/>
          <p:cNvSpPr txBox="1"/>
          <p:nvPr/>
        </p:nvSpPr>
        <p:spPr>
          <a:xfrm>
            <a:off x="8275320" y="5532120"/>
            <a:ext cx="3282696" cy="566928"/>
          </a:xfrm>
          <a:prstGeom prst="rect">
            <a:avLst/>
          </a:prstGeom>
          <a:noFill/>
        </p:spPr>
        <p:txBody>
          <a:bodyPr wrap="square" lIns="0" rIns="0" tIns="0" bIns="0" anchor="t">
            <a:spAutoFit/>
          </a:bodyPr>
          <a:lstStyle/>
          <a:p>
            <a:pPr algn="r">
              <a:spcBef>
                <a:spcPts val="0"/>
              </a:spcBef>
              <a:spcAft>
                <a:spcPts val="300"/>
              </a:spcAft>
              <a:defRPr sz="1200" b="0">
                <a:solidFill>
                  <a:srgbClr val="BCABFF"/>
                </a:solidFill>
                <a:latin typeface="Arial"/>
              </a:defRPr>
            </a:pPr>
            <a:r>
              <a:rPr u="none">
                <a:solidFill>
                  <a:srgbClr val="BCABFF"/>
                </a:solidFill>
                <a:hlinkClick r:id="rId3"/>
              </a:rPr>
              <a:t>SOURCE REPOSITORY</a:t>
            </a:r>
          </a:p>
          <a:p>
            <a:pPr algn="r">
              <a:spcBef>
                <a:spcPts val="0"/>
              </a:spcBef>
              <a:spcAft>
                <a:spcPts val="300"/>
              </a:spcAft>
              <a:defRPr sz="1200" b="0">
                <a:solidFill>
                  <a:srgbClr val="BCABFF"/>
                </a:solidFill>
                <a:latin typeface="Arial"/>
              </a:defRPr>
            </a:pPr>
            <a:r>
              <a:rPr u="none">
                <a:solidFill>
                  <a:srgbClr val="BCABFF"/>
                </a:solidFill>
                <a:hlinkClick r:id="rId3"/>
              </a:rPr>
              <a:t>github.com/sg01-stack/project-zero</a:t>
            </a:r>
          </a:p>
        </p:txBody>
      </p:sp>
    </p:spTree>
  </p:cSld>
  <p:clrMapOvr>
    <a:masterClrMapping/>
  </p:clrMapOvr>
  <p:transition advClick="1" advTm="60000"/>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BCABFF"/>
      </a:hlink>
      <a:folHlink>
        <a:srgbClr val="BCABFF"/>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EchoSphere — Your voice shapes the story</dc:title>
  <dc:subject>AMD Developer Hackathon Act 3 · Track 4</dc:subject>
  <dc:creator>EchoSphere</dc:creator>
  <cp:keywords>EchoSphere, AMD Developer Cloud, Gemma, Evolus, spatial audio</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